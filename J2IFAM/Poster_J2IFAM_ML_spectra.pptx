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5"/>
  </p:notesMasterIdLst>
  <p:sldIdLst>
    <p:sldId id="256" r:id="rId2"/>
    <p:sldId id="257" r:id="rId3"/>
    <p:sldId id="258" r:id="rId4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CBF"/>
    <a:srgbClr val="D4C6A0"/>
    <a:srgbClr val="E4D7AE"/>
    <a:srgbClr val="00EB00"/>
    <a:srgbClr val="B98B12"/>
    <a:srgbClr val="E3AB0A"/>
    <a:srgbClr val="EBB106"/>
    <a:srgbClr val="F68CF0"/>
    <a:srgbClr val="FF00E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8148FD-90BB-8A45-8B7A-9AF99EAD7DF8}" v="335" dt="2026-02-15T20:53:44.4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82"/>
    <p:restoredTop sz="94795"/>
  </p:normalViewPr>
  <p:slideViewPr>
    <p:cSldViewPr snapToGrid="0">
      <p:cViewPr>
        <p:scale>
          <a:sx n="35" d="100"/>
          <a:sy n="35" d="100"/>
        </p:scale>
        <p:origin x="1224" y="-19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 YELAMOS DE LAS HERAS" userId="6d3a8e5f-ef5c-45b4-acda-6265fc8f6857" providerId="ADAL" clId="{61DB71DD-75C6-55C1-A9F9-951D5D5511E5}"/>
    <pc:docChg chg="undo redo custSel addSld delSld modSld modMainMaster">
      <pc:chgData name="DANIEL YELAMOS DE LAS HERAS" userId="6d3a8e5f-ef5c-45b4-acda-6265fc8f6857" providerId="ADAL" clId="{61DB71DD-75C6-55C1-A9F9-951D5D5511E5}" dt="2026-02-17T10:16:10.067" v="15686" actId="1035"/>
      <pc:docMkLst>
        <pc:docMk/>
      </pc:docMkLst>
      <pc:sldChg chg="addSp delSp modSp mod setBg">
        <pc:chgData name="DANIEL YELAMOS DE LAS HERAS" userId="6d3a8e5f-ef5c-45b4-acda-6265fc8f6857" providerId="ADAL" clId="{61DB71DD-75C6-55C1-A9F9-951D5D5511E5}" dt="2026-02-12T12:42:13.846" v="8989" actId="478"/>
        <pc:sldMkLst>
          <pc:docMk/>
          <pc:sldMk cId="512024000" sldId="256"/>
        </pc:sldMkLst>
        <pc:spChg chg="mod">
          <ac:chgData name="DANIEL YELAMOS DE LAS HERAS" userId="6d3a8e5f-ef5c-45b4-acda-6265fc8f6857" providerId="ADAL" clId="{61DB71DD-75C6-55C1-A9F9-951D5D5511E5}" dt="2026-02-11T10:26:44.457" v="7904" actId="207"/>
          <ac:spMkLst>
            <pc:docMk/>
            <pc:sldMk cId="512024000" sldId="256"/>
            <ac:spMk id="5" creationId="{88A9CA2E-0752-990C-AB8E-4B878F0D68B4}"/>
          </ac:spMkLst>
        </pc:spChg>
        <pc:spChg chg="add mod">
          <ac:chgData name="DANIEL YELAMOS DE LAS HERAS" userId="6d3a8e5f-ef5c-45b4-acda-6265fc8f6857" providerId="ADAL" clId="{61DB71DD-75C6-55C1-A9F9-951D5D5511E5}" dt="2026-02-11T12:47:00.653" v="8945" actId="1037"/>
          <ac:spMkLst>
            <pc:docMk/>
            <pc:sldMk cId="512024000" sldId="256"/>
            <ac:spMk id="9" creationId="{F1827605-1C54-CCAB-B07C-FC768942368B}"/>
          </ac:spMkLst>
        </pc:spChg>
        <pc:spChg chg="mod">
          <ac:chgData name="DANIEL YELAMOS DE LAS HERAS" userId="6d3a8e5f-ef5c-45b4-acda-6265fc8f6857" providerId="ADAL" clId="{61DB71DD-75C6-55C1-A9F9-951D5D5511E5}" dt="2026-02-11T10:25:07.984" v="7645" actId="207"/>
          <ac:spMkLst>
            <pc:docMk/>
            <pc:sldMk cId="512024000" sldId="256"/>
            <ac:spMk id="16" creationId="{ADB3D4B3-C2E3-B408-2167-22C89BA77C48}"/>
          </ac:spMkLst>
        </pc:spChg>
        <pc:spChg chg="mod">
          <ac:chgData name="DANIEL YELAMOS DE LAS HERAS" userId="6d3a8e5f-ef5c-45b4-acda-6265fc8f6857" providerId="ADAL" clId="{61DB71DD-75C6-55C1-A9F9-951D5D5511E5}" dt="2026-02-11T10:25:07.984" v="7645" actId="207"/>
          <ac:spMkLst>
            <pc:docMk/>
            <pc:sldMk cId="512024000" sldId="256"/>
            <ac:spMk id="19" creationId="{0005DAC9-9D4E-544F-5893-FAFC82772496}"/>
          </ac:spMkLst>
        </pc:spChg>
        <pc:spChg chg="mod">
          <ac:chgData name="DANIEL YELAMOS DE LAS HERAS" userId="6d3a8e5f-ef5c-45b4-acda-6265fc8f6857" providerId="ADAL" clId="{61DB71DD-75C6-55C1-A9F9-951D5D5511E5}" dt="2026-02-11T11:12:29.863" v="8512" actId="20577"/>
          <ac:spMkLst>
            <pc:docMk/>
            <pc:sldMk cId="512024000" sldId="256"/>
            <ac:spMk id="21" creationId="{66B2E8ED-2C35-0B8C-9F02-160D9546AC9B}"/>
          </ac:spMkLst>
        </pc:spChg>
        <pc:spChg chg="mod">
          <ac:chgData name="DANIEL YELAMOS DE LAS HERAS" userId="6d3a8e5f-ef5c-45b4-acda-6265fc8f6857" providerId="ADAL" clId="{61DB71DD-75C6-55C1-A9F9-951D5D5511E5}" dt="2026-02-11T10:25:07.984" v="7645" actId="207"/>
          <ac:spMkLst>
            <pc:docMk/>
            <pc:sldMk cId="512024000" sldId="256"/>
            <ac:spMk id="23" creationId="{1347D430-492D-9300-5DB2-DC46F1D379E1}"/>
          </ac:spMkLst>
        </pc:spChg>
        <pc:spChg chg="mod">
          <ac:chgData name="DANIEL YELAMOS DE LAS HERAS" userId="6d3a8e5f-ef5c-45b4-acda-6265fc8f6857" providerId="ADAL" clId="{61DB71DD-75C6-55C1-A9F9-951D5D5511E5}" dt="2026-02-11T10:26:37.961" v="7892" actId="207"/>
          <ac:spMkLst>
            <pc:docMk/>
            <pc:sldMk cId="512024000" sldId="256"/>
            <ac:spMk id="30" creationId="{CEFC2F19-DE7C-C922-2D60-E4B30BCBF8A9}"/>
          </ac:spMkLst>
        </pc:spChg>
        <pc:spChg chg="mod">
          <ac:chgData name="DANIEL YELAMOS DE LAS HERAS" userId="6d3a8e5f-ef5c-45b4-acda-6265fc8f6857" providerId="ADAL" clId="{61DB71DD-75C6-55C1-A9F9-951D5D5511E5}" dt="2026-02-11T10:09:18.559" v="7026" actId="255"/>
          <ac:spMkLst>
            <pc:docMk/>
            <pc:sldMk cId="512024000" sldId="256"/>
            <ac:spMk id="31" creationId="{AC2C7BF9-C9AB-044A-1B00-AE81E22CEEE7}"/>
          </ac:spMkLst>
        </pc:spChg>
        <pc:spChg chg="mod">
          <ac:chgData name="DANIEL YELAMOS DE LAS HERAS" userId="6d3a8e5f-ef5c-45b4-acda-6265fc8f6857" providerId="ADAL" clId="{61DB71DD-75C6-55C1-A9F9-951D5D5511E5}" dt="2026-02-12T11:19:17.433" v="8963" actId="20577"/>
          <ac:spMkLst>
            <pc:docMk/>
            <pc:sldMk cId="512024000" sldId="256"/>
            <ac:spMk id="32" creationId="{313F1817-57FB-19E4-0787-586C3F449A86}"/>
          </ac:spMkLst>
        </pc:spChg>
        <pc:spChg chg="mod topLvl">
          <ac:chgData name="DANIEL YELAMOS DE LAS HERAS" userId="6d3a8e5f-ef5c-45b4-acda-6265fc8f6857" providerId="ADAL" clId="{61DB71DD-75C6-55C1-A9F9-951D5D5511E5}" dt="2026-02-11T10:17:35.825" v="7257" actId="14100"/>
          <ac:spMkLst>
            <pc:docMk/>
            <pc:sldMk cId="512024000" sldId="256"/>
            <ac:spMk id="35" creationId="{B16BF936-7190-35C8-AD9B-B1F75B155112}"/>
          </ac:spMkLst>
        </pc:spChg>
        <pc:spChg chg="mod">
          <ac:chgData name="DANIEL YELAMOS DE LAS HERAS" userId="6d3a8e5f-ef5c-45b4-acda-6265fc8f6857" providerId="ADAL" clId="{61DB71DD-75C6-55C1-A9F9-951D5D5511E5}" dt="2026-02-11T10:11:57.827" v="7069" actId="14100"/>
          <ac:spMkLst>
            <pc:docMk/>
            <pc:sldMk cId="512024000" sldId="256"/>
            <ac:spMk id="36" creationId="{D5DA7629-0D3E-7224-3202-01850343DD34}"/>
          </ac:spMkLst>
        </pc:spChg>
        <pc:spChg chg="mod topLvl">
          <ac:chgData name="DANIEL YELAMOS DE LAS HERAS" userId="6d3a8e5f-ef5c-45b4-acda-6265fc8f6857" providerId="ADAL" clId="{61DB71DD-75C6-55C1-A9F9-951D5D5511E5}" dt="2026-02-11T10:18:53.939" v="7268" actId="1036"/>
          <ac:spMkLst>
            <pc:docMk/>
            <pc:sldMk cId="512024000" sldId="256"/>
            <ac:spMk id="37" creationId="{4F093A6C-7A8A-50FB-3635-19FF4E7BC455}"/>
          </ac:spMkLst>
        </pc:spChg>
        <pc:spChg chg="mod">
          <ac:chgData name="DANIEL YELAMOS DE LAS HERAS" userId="6d3a8e5f-ef5c-45b4-acda-6265fc8f6857" providerId="ADAL" clId="{61DB71DD-75C6-55C1-A9F9-951D5D5511E5}" dt="2026-02-11T10:10:22.071" v="7054" actId="255"/>
          <ac:spMkLst>
            <pc:docMk/>
            <pc:sldMk cId="512024000" sldId="256"/>
            <ac:spMk id="46" creationId="{C3F6B8CF-53D0-8730-1E95-CCD3583CBECF}"/>
          </ac:spMkLst>
        </pc:spChg>
        <pc:spChg chg="mod">
          <ac:chgData name="DANIEL YELAMOS DE LAS HERAS" userId="6d3a8e5f-ef5c-45b4-acda-6265fc8f6857" providerId="ADAL" clId="{61DB71DD-75C6-55C1-A9F9-951D5D5511E5}" dt="2026-02-12T11:19:39.045" v="8972" actId="20577"/>
          <ac:spMkLst>
            <pc:docMk/>
            <pc:sldMk cId="512024000" sldId="256"/>
            <ac:spMk id="47" creationId="{2A5AC32D-2043-2C36-C819-6582E3318E5C}"/>
          </ac:spMkLst>
        </pc:spChg>
        <pc:spChg chg="add mod topLvl">
          <ac:chgData name="DANIEL YELAMOS DE LAS HERAS" userId="6d3a8e5f-ef5c-45b4-acda-6265fc8f6857" providerId="ADAL" clId="{61DB71DD-75C6-55C1-A9F9-951D5D5511E5}" dt="2026-02-11T10:12:38.907" v="7094" actId="14100"/>
          <ac:spMkLst>
            <pc:docMk/>
            <pc:sldMk cId="512024000" sldId="256"/>
            <ac:spMk id="55" creationId="{4BBDC27A-BF01-2A49-7B4B-04EAB1DCCD63}"/>
          </ac:spMkLst>
        </pc:spChg>
        <pc:spChg chg="add mod">
          <ac:chgData name="DANIEL YELAMOS DE LAS HERAS" userId="6d3a8e5f-ef5c-45b4-acda-6265fc8f6857" providerId="ADAL" clId="{61DB71DD-75C6-55C1-A9F9-951D5D5511E5}" dt="2026-02-11T10:14:18.072" v="7184" actId="14100"/>
          <ac:spMkLst>
            <pc:docMk/>
            <pc:sldMk cId="512024000" sldId="256"/>
            <ac:spMk id="83" creationId="{9982066F-2318-695B-5929-2F64409A4089}"/>
          </ac:spMkLst>
        </pc:spChg>
        <pc:spChg chg="add mod">
          <ac:chgData name="DANIEL YELAMOS DE LAS HERAS" userId="6d3a8e5f-ef5c-45b4-acda-6265fc8f6857" providerId="ADAL" clId="{61DB71DD-75C6-55C1-A9F9-951D5D5511E5}" dt="2026-02-11T10:26:21.263" v="7838" actId="1076"/>
          <ac:spMkLst>
            <pc:docMk/>
            <pc:sldMk cId="512024000" sldId="256"/>
            <ac:spMk id="85" creationId="{A9CC29B2-921B-05BA-5183-CF6A265F0AB7}"/>
          </ac:spMkLst>
        </pc:spChg>
        <pc:spChg chg="add mod topLvl">
          <ac:chgData name="DANIEL YELAMOS DE LAS HERAS" userId="6d3a8e5f-ef5c-45b4-acda-6265fc8f6857" providerId="ADAL" clId="{61DB71DD-75C6-55C1-A9F9-951D5D5511E5}" dt="2026-02-12T11:21:44.578" v="8985" actId="255"/>
          <ac:spMkLst>
            <pc:docMk/>
            <pc:sldMk cId="512024000" sldId="256"/>
            <ac:spMk id="91" creationId="{D1586592-1E5C-9261-0C92-87195DA43A33}"/>
          </ac:spMkLst>
        </pc:spChg>
        <pc:spChg chg="add mod">
          <ac:chgData name="DANIEL YELAMOS DE LAS HERAS" userId="6d3a8e5f-ef5c-45b4-acda-6265fc8f6857" providerId="ADAL" clId="{61DB71DD-75C6-55C1-A9F9-951D5D5511E5}" dt="2026-02-11T12:32:59.882" v="8864" actId="14100"/>
          <ac:spMkLst>
            <pc:docMk/>
            <pc:sldMk cId="512024000" sldId="256"/>
            <ac:spMk id="95" creationId="{E01E5A0C-F51B-9DC7-FA67-39B073253E8F}"/>
          </ac:spMkLst>
        </pc:spChg>
        <pc:spChg chg="add mod">
          <ac:chgData name="DANIEL YELAMOS DE LAS HERAS" userId="6d3a8e5f-ef5c-45b4-acda-6265fc8f6857" providerId="ADAL" clId="{61DB71DD-75C6-55C1-A9F9-951D5D5511E5}" dt="2026-02-12T10:54:54.862" v="8959" actId="20577"/>
          <ac:spMkLst>
            <pc:docMk/>
            <pc:sldMk cId="512024000" sldId="256"/>
            <ac:spMk id="96" creationId="{B75A8B73-E918-26D9-7A18-3E760B204D56}"/>
          </ac:spMkLst>
        </pc:spChg>
        <pc:spChg chg="mod">
          <ac:chgData name="DANIEL YELAMOS DE LAS HERAS" userId="6d3a8e5f-ef5c-45b4-acda-6265fc8f6857" providerId="ADAL" clId="{61DB71DD-75C6-55C1-A9F9-951D5D5511E5}" dt="2026-02-11T12:33:04.722" v="8866" actId="1076"/>
          <ac:spMkLst>
            <pc:docMk/>
            <pc:sldMk cId="512024000" sldId="256"/>
            <ac:spMk id="116" creationId="{A9A93AF0-871D-1143-13DA-69F8BDCF8724}"/>
          </ac:spMkLst>
        </pc:spChg>
        <pc:spChg chg="mod">
          <ac:chgData name="DANIEL YELAMOS DE LAS HERAS" userId="6d3a8e5f-ef5c-45b4-acda-6265fc8f6857" providerId="ADAL" clId="{61DB71DD-75C6-55C1-A9F9-951D5D5511E5}" dt="2026-02-11T11:06:29.191" v="8340" actId="14100"/>
          <ac:spMkLst>
            <pc:docMk/>
            <pc:sldMk cId="512024000" sldId="256"/>
            <ac:spMk id="117" creationId="{AE27840D-39AB-024C-EE1A-9F1F347B0EB9}"/>
          </ac:spMkLst>
        </pc:spChg>
        <pc:spChg chg="mod">
          <ac:chgData name="DANIEL YELAMOS DE LAS HERAS" userId="6d3a8e5f-ef5c-45b4-acda-6265fc8f6857" providerId="ADAL" clId="{61DB71DD-75C6-55C1-A9F9-951D5D5511E5}" dt="2026-02-06T11:11:42.106" v="3181" actId="5793"/>
          <ac:spMkLst>
            <pc:docMk/>
            <pc:sldMk cId="512024000" sldId="256"/>
            <ac:spMk id="118" creationId="{87E92AC9-A947-6D10-6CF6-835033658DEB}"/>
          </ac:spMkLst>
        </pc:spChg>
        <pc:spChg chg="add mod">
          <ac:chgData name="DANIEL YELAMOS DE LAS HERAS" userId="6d3a8e5f-ef5c-45b4-acda-6265fc8f6857" providerId="ADAL" clId="{61DB71DD-75C6-55C1-A9F9-951D5D5511E5}" dt="2026-02-11T10:17:22.137" v="7256" actId="1036"/>
          <ac:spMkLst>
            <pc:docMk/>
            <pc:sldMk cId="512024000" sldId="256"/>
            <ac:spMk id="120" creationId="{A8214837-2312-35ED-5B2C-0624C98D1A1C}"/>
          </ac:spMkLst>
        </pc:spChg>
        <pc:spChg chg="add mod">
          <ac:chgData name="DANIEL YELAMOS DE LAS HERAS" userId="6d3a8e5f-ef5c-45b4-acda-6265fc8f6857" providerId="ADAL" clId="{61DB71DD-75C6-55C1-A9F9-951D5D5511E5}" dt="2026-02-11T10:55:52.451" v="8271" actId="14100"/>
          <ac:spMkLst>
            <pc:docMk/>
            <pc:sldMk cId="512024000" sldId="256"/>
            <ac:spMk id="156" creationId="{392FF2C0-8DF4-0942-BB88-C1D788DC405A}"/>
          </ac:spMkLst>
        </pc:spChg>
        <pc:spChg chg="add mod">
          <ac:chgData name="DANIEL YELAMOS DE LAS HERAS" userId="6d3a8e5f-ef5c-45b4-acda-6265fc8f6857" providerId="ADAL" clId="{61DB71DD-75C6-55C1-A9F9-951D5D5511E5}" dt="2026-02-11T10:26:43.127" v="7902" actId="14100"/>
          <ac:spMkLst>
            <pc:docMk/>
            <pc:sldMk cId="512024000" sldId="256"/>
            <ac:spMk id="163" creationId="{641F44CB-D311-0D45-1EBA-AA2E5185704A}"/>
          </ac:spMkLst>
        </pc:spChg>
        <pc:spChg chg="add mod">
          <ac:chgData name="DANIEL YELAMOS DE LAS HERAS" userId="6d3a8e5f-ef5c-45b4-acda-6265fc8f6857" providerId="ADAL" clId="{61DB71DD-75C6-55C1-A9F9-951D5D5511E5}" dt="2026-02-11T11:54:43.424" v="8544"/>
          <ac:spMkLst>
            <pc:docMk/>
            <pc:sldMk cId="512024000" sldId="256"/>
            <ac:spMk id="164" creationId="{8E5F449A-277E-CBE0-6424-A558B16529F0}"/>
          </ac:spMkLst>
        </pc:spChg>
        <pc:spChg chg="add mod">
          <ac:chgData name="DANIEL YELAMOS DE LAS HERAS" userId="6d3a8e5f-ef5c-45b4-acda-6265fc8f6857" providerId="ADAL" clId="{61DB71DD-75C6-55C1-A9F9-951D5D5511E5}" dt="2026-02-11T10:55:48.557" v="8270" actId="14100"/>
          <ac:spMkLst>
            <pc:docMk/>
            <pc:sldMk cId="512024000" sldId="256"/>
            <ac:spMk id="171" creationId="{5040B65E-672E-07D1-3716-D53A1E073EB7}"/>
          </ac:spMkLst>
        </pc:spChg>
        <pc:spChg chg="add mod">
          <ac:chgData name="DANIEL YELAMOS DE LAS HERAS" userId="6d3a8e5f-ef5c-45b4-acda-6265fc8f6857" providerId="ADAL" clId="{61DB71DD-75C6-55C1-A9F9-951D5D5511E5}" dt="2026-02-11T10:44:13.066" v="8185" actId="1076"/>
          <ac:spMkLst>
            <pc:docMk/>
            <pc:sldMk cId="512024000" sldId="256"/>
            <ac:spMk id="177" creationId="{651FCBF5-9CD4-EA34-365C-B6B6A3847AF3}"/>
          </ac:spMkLst>
        </pc:spChg>
        <pc:spChg chg="mod">
          <ac:chgData name="DANIEL YELAMOS DE LAS HERAS" userId="6d3a8e5f-ef5c-45b4-acda-6265fc8f6857" providerId="ADAL" clId="{61DB71DD-75C6-55C1-A9F9-951D5D5511E5}" dt="2026-02-11T10:54:08.158" v="8260" actId="1035"/>
          <ac:spMkLst>
            <pc:docMk/>
            <pc:sldMk cId="512024000" sldId="256"/>
            <ac:spMk id="181" creationId="{41BEF34F-2872-786C-1D08-300D2742552D}"/>
          </ac:spMkLst>
        </pc:spChg>
        <pc:spChg chg="add del mod">
          <ac:chgData name="DANIEL YELAMOS DE LAS HERAS" userId="6d3a8e5f-ef5c-45b4-acda-6265fc8f6857" providerId="ADAL" clId="{61DB71DD-75C6-55C1-A9F9-951D5D5511E5}" dt="2026-02-11T10:55:58.505" v="8272" actId="14100"/>
          <ac:spMkLst>
            <pc:docMk/>
            <pc:sldMk cId="512024000" sldId="256"/>
            <ac:spMk id="182" creationId="{B40ED2E2-692D-53F9-8274-03A99038BD49}"/>
          </ac:spMkLst>
        </pc:spChg>
        <pc:spChg chg="mod">
          <ac:chgData name="DANIEL YELAMOS DE LAS HERAS" userId="6d3a8e5f-ef5c-45b4-acda-6265fc8f6857" providerId="ADAL" clId="{61DB71DD-75C6-55C1-A9F9-951D5D5511E5}" dt="2026-02-11T10:54:18.163" v="8266" actId="20577"/>
          <ac:spMkLst>
            <pc:docMk/>
            <pc:sldMk cId="512024000" sldId="256"/>
            <ac:spMk id="183" creationId="{17C00819-5C0A-CB5C-F6AD-D47E893E5B7A}"/>
          </ac:spMkLst>
        </pc:spChg>
        <pc:spChg chg="add mod">
          <ac:chgData name="DANIEL YELAMOS DE LAS HERAS" userId="6d3a8e5f-ef5c-45b4-acda-6265fc8f6857" providerId="ADAL" clId="{61DB71DD-75C6-55C1-A9F9-951D5D5511E5}" dt="2026-02-11T11:57:49.185" v="8593" actId="1076"/>
          <ac:spMkLst>
            <pc:docMk/>
            <pc:sldMk cId="512024000" sldId="256"/>
            <ac:spMk id="191" creationId="{AA849A51-6EEC-08B6-3BE2-1DE907DBC4EB}"/>
          </ac:spMkLst>
        </pc:spChg>
        <pc:spChg chg="add mod">
          <ac:chgData name="DANIEL YELAMOS DE LAS HERAS" userId="6d3a8e5f-ef5c-45b4-acda-6265fc8f6857" providerId="ADAL" clId="{61DB71DD-75C6-55C1-A9F9-951D5D5511E5}" dt="2026-02-12T10:54:14.662" v="8956" actId="207"/>
          <ac:spMkLst>
            <pc:docMk/>
            <pc:sldMk cId="512024000" sldId="256"/>
            <ac:spMk id="193" creationId="{AF7BF06E-6A90-18AC-0DD0-C08F53AB277E}"/>
          </ac:spMkLst>
        </pc:spChg>
        <pc:spChg chg="add mod">
          <ac:chgData name="DANIEL YELAMOS DE LAS HERAS" userId="6d3a8e5f-ef5c-45b4-acda-6265fc8f6857" providerId="ADAL" clId="{61DB71DD-75C6-55C1-A9F9-951D5D5511E5}" dt="2026-02-12T10:54:17.799" v="8958" actId="207"/>
          <ac:spMkLst>
            <pc:docMk/>
            <pc:sldMk cId="512024000" sldId="256"/>
            <ac:spMk id="194" creationId="{7BD89107-31EF-EEBE-791C-9C670D76CC52}"/>
          </ac:spMkLst>
        </pc:spChg>
        <pc:spChg chg="add mod">
          <ac:chgData name="DANIEL YELAMOS DE LAS HERAS" userId="6d3a8e5f-ef5c-45b4-acda-6265fc8f6857" providerId="ADAL" clId="{61DB71DD-75C6-55C1-A9F9-951D5D5511E5}" dt="2026-02-11T12:00:09.754" v="8812" actId="1076"/>
          <ac:spMkLst>
            <pc:docMk/>
            <pc:sldMk cId="512024000" sldId="256"/>
            <ac:spMk id="195" creationId="{F593A6D2-5A98-2039-9988-A43681ECEA16}"/>
          </ac:spMkLst>
        </pc:spChg>
        <pc:spChg chg="mod">
          <ac:chgData name="DANIEL YELAMOS DE LAS HERAS" userId="6d3a8e5f-ef5c-45b4-acda-6265fc8f6857" providerId="ADAL" clId="{61DB71DD-75C6-55C1-A9F9-951D5D5511E5}" dt="2026-02-11T12:00:51.785" v="8815"/>
          <ac:spMkLst>
            <pc:docMk/>
            <pc:sldMk cId="512024000" sldId="256"/>
            <ac:spMk id="198" creationId="{F3856C8E-4F47-67E9-346C-E8FCB8D64DE8}"/>
          </ac:spMkLst>
        </pc:spChg>
        <pc:spChg chg="mod">
          <ac:chgData name="DANIEL YELAMOS DE LAS HERAS" userId="6d3a8e5f-ef5c-45b4-acda-6265fc8f6857" providerId="ADAL" clId="{61DB71DD-75C6-55C1-A9F9-951D5D5511E5}" dt="2026-02-11T12:01:27.636" v="8828" actId="207"/>
          <ac:spMkLst>
            <pc:docMk/>
            <pc:sldMk cId="512024000" sldId="256"/>
            <ac:spMk id="199" creationId="{40DD159D-D49B-48FA-D080-85A45108CDA4}"/>
          </ac:spMkLst>
        </pc:spChg>
        <pc:spChg chg="mod">
          <ac:chgData name="DANIEL YELAMOS DE LAS HERAS" userId="6d3a8e5f-ef5c-45b4-acda-6265fc8f6857" providerId="ADAL" clId="{61DB71DD-75C6-55C1-A9F9-951D5D5511E5}" dt="2026-02-11T12:01:08.540" v="8826" actId="2085"/>
          <ac:spMkLst>
            <pc:docMk/>
            <pc:sldMk cId="512024000" sldId="256"/>
            <ac:spMk id="200" creationId="{B2EC43BF-CF09-FF22-172D-EF1C139A2259}"/>
          </ac:spMkLst>
        </pc:spChg>
        <pc:spChg chg="mod">
          <ac:chgData name="DANIEL YELAMOS DE LAS HERAS" userId="6d3a8e5f-ef5c-45b4-acda-6265fc8f6857" providerId="ADAL" clId="{61DB71DD-75C6-55C1-A9F9-951D5D5511E5}" dt="2026-02-11T12:00:51.785" v="8815"/>
          <ac:spMkLst>
            <pc:docMk/>
            <pc:sldMk cId="512024000" sldId="256"/>
            <ac:spMk id="201" creationId="{A6F3D119-E272-D0AF-7B30-B90213341D4B}"/>
          </ac:spMkLst>
        </pc:spChg>
        <pc:grpChg chg="add mod">
          <ac:chgData name="DANIEL YELAMOS DE LAS HERAS" userId="6d3a8e5f-ef5c-45b4-acda-6265fc8f6857" providerId="ADAL" clId="{61DB71DD-75C6-55C1-A9F9-951D5D5511E5}" dt="2026-02-11T10:25:12.493" v="7648" actId="1076"/>
          <ac:grpSpMkLst>
            <pc:docMk/>
            <pc:sldMk cId="512024000" sldId="256"/>
            <ac:grpSpMk id="2" creationId="{1F12083E-E6CA-9982-C23D-47AC86A13F62}"/>
          </ac:grpSpMkLst>
        </pc:grpChg>
        <pc:grpChg chg="add mod">
          <ac:chgData name="DANIEL YELAMOS DE LAS HERAS" userId="6d3a8e5f-ef5c-45b4-acda-6265fc8f6857" providerId="ADAL" clId="{61DB71DD-75C6-55C1-A9F9-951D5D5511E5}" dt="2026-02-11T10:26:22.370" v="7839" actId="1076"/>
          <ac:grpSpMkLst>
            <pc:docMk/>
            <pc:sldMk cId="512024000" sldId="256"/>
            <ac:grpSpMk id="6" creationId="{82D0F753-1C64-0410-F10E-0CE68D1F30EC}"/>
          </ac:grpSpMkLst>
        </pc:grpChg>
        <pc:grpChg chg="mod">
          <ac:chgData name="DANIEL YELAMOS DE LAS HERAS" userId="6d3a8e5f-ef5c-45b4-acda-6265fc8f6857" providerId="ADAL" clId="{61DB71DD-75C6-55C1-A9F9-951D5D5511E5}" dt="2026-02-11T10:25:07.984" v="7645" actId="207"/>
          <ac:grpSpMkLst>
            <pc:docMk/>
            <pc:sldMk cId="512024000" sldId="256"/>
            <ac:grpSpMk id="17" creationId="{48728F2B-4FD4-8BC0-638B-726C4967ADBF}"/>
          </ac:grpSpMkLst>
        </pc:grpChg>
        <pc:grpChg chg="add mod">
          <ac:chgData name="DANIEL YELAMOS DE LAS HERAS" userId="6d3a8e5f-ef5c-45b4-acda-6265fc8f6857" providerId="ADAL" clId="{61DB71DD-75C6-55C1-A9F9-951D5D5511E5}" dt="2026-02-11T10:12:05.175" v="7074" actId="1036"/>
          <ac:grpSpMkLst>
            <pc:docMk/>
            <pc:sldMk cId="512024000" sldId="256"/>
            <ac:grpSpMk id="29" creationId="{BF9B1940-F7AC-2DE2-0210-5E8FB242187F}"/>
          </ac:grpSpMkLst>
        </pc:grpChg>
        <pc:grpChg chg="add mod">
          <ac:chgData name="DANIEL YELAMOS DE LAS HERAS" userId="6d3a8e5f-ef5c-45b4-acda-6265fc8f6857" providerId="ADAL" clId="{61DB71DD-75C6-55C1-A9F9-951D5D5511E5}" dt="2026-02-06T09:42:49.631" v="1430" actId="167"/>
          <ac:grpSpMkLst>
            <pc:docMk/>
            <pc:sldMk cId="512024000" sldId="256"/>
            <ac:grpSpMk id="77" creationId="{F22B2D96-B7C7-C21E-C500-893EB00F733F}"/>
          </ac:grpSpMkLst>
        </pc:grpChg>
        <pc:grpChg chg="add mod">
          <ac:chgData name="DANIEL YELAMOS DE LAS HERAS" userId="6d3a8e5f-ef5c-45b4-acda-6265fc8f6857" providerId="ADAL" clId="{61DB71DD-75C6-55C1-A9F9-951D5D5511E5}" dt="2026-02-06T09:43:30.184" v="1448" actId="1076"/>
          <ac:grpSpMkLst>
            <pc:docMk/>
            <pc:sldMk cId="512024000" sldId="256"/>
            <ac:grpSpMk id="78" creationId="{79A0C7D1-B7AC-BA2C-5BEA-D95CBAD98FF4}"/>
          </ac:grpSpMkLst>
        </pc:grpChg>
        <pc:grpChg chg="add mod">
          <ac:chgData name="DANIEL YELAMOS DE LAS HERAS" userId="6d3a8e5f-ef5c-45b4-acda-6265fc8f6857" providerId="ADAL" clId="{61DB71DD-75C6-55C1-A9F9-951D5D5511E5}" dt="2026-02-06T09:43:26.801" v="1447" actId="1076"/>
          <ac:grpSpMkLst>
            <pc:docMk/>
            <pc:sldMk cId="512024000" sldId="256"/>
            <ac:grpSpMk id="79" creationId="{D1D2C712-15ED-A7E0-0897-F3F4D6F847FA}"/>
          </ac:grpSpMkLst>
        </pc:grpChg>
        <pc:grpChg chg="add mod">
          <ac:chgData name="DANIEL YELAMOS DE LAS HERAS" userId="6d3a8e5f-ef5c-45b4-acda-6265fc8f6857" providerId="ADAL" clId="{61DB71DD-75C6-55C1-A9F9-951D5D5511E5}" dt="2026-02-11T10:12:56.620" v="7116" actId="1035"/>
          <ac:grpSpMkLst>
            <pc:docMk/>
            <pc:sldMk cId="512024000" sldId="256"/>
            <ac:grpSpMk id="80" creationId="{FF316342-5736-DBB8-E03E-5CE8FEAFA72C}"/>
          </ac:grpSpMkLst>
        </pc:grpChg>
        <pc:grpChg chg="add mod">
          <ac:chgData name="DANIEL YELAMOS DE LAS HERAS" userId="6d3a8e5f-ef5c-45b4-acda-6265fc8f6857" providerId="ADAL" clId="{61DB71DD-75C6-55C1-A9F9-951D5D5511E5}" dt="2026-02-10T11:50:44.239" v="5534" actId="14100"/>
          <ac:grpSpMkLst>
            <pc:docMk/>
            <pc:sldMk cId="512024000" sldId="256"/>
            <ac:grpSpMk id="93" creationId="{45736D0E-F619-8E7A-4012-E0B54B206EFF}"/>
          </ac:grpSpMkLst>
        </pc:grpChg>
        <pc:grpChg chg="add mod topLvl">
          <ac:chgData name="DANIEL YELAMOS DE LAS HERAS" userId="6d3a8e5f-ef5c-45b4-acda-6265fc8f6857" providerId="ADAL" clId="{61DB71DD-75C6-55C1-A9F9-951D5D5511E5}" dt="2026-02-11T10:14:25.752" v="7189" actId="1035"/>
          <ac:grpSpMkLst>
            <pc:docMk/>
            <pc:sldMk cId="512024000" sldId="256"/>
            <ac:grpSpMk id="99" creationId="{9B771B34-2D3E-7C78-7672-A2E89033FB47}"/>
          </ac:grpSpMkLst>
        </pc:grpChg>
        <pc:grpChg chg="add mod">
          <ac:chgData name="DANIEL YELAMOS DE LAS HERAS" userId="6d3a8e5f-ef5c-45b4-acda-6265fc8f6857" providerId="ADAL" clId="{61DB71DD-75C6-55C1-A9F9-951D5D5511E5}" dt="2026-02-11T10:18:27.771" v="7266" actId="1035"/>
          <ac:grpSpMkLst>
            <pc:docMk/>
            <pc:sldMk cId="512024000" sldId="256"/>
            <ac:grpSpMk id="112" creationId="{1965262D-D981-E025-0DEC-07C02470C518}"/>
          </ac:grpSpMkLst>
        </pc:grpChg>
        <pc:grpChg chg="mod">
          <ac:chgData name="DANIEL YELAMOS DE LAS HERAS" userId="6d3a8e5f-ef5c-45b4-acda-6265fc8f6857" providerId="ADAL" clId="{61DB71DD-75C6-55C1-A9F9-951D5D5511E5}" dt="2026-02-06T11:11:33.747" v="3168"/>
          <ac:grpSpMkLst>
            <pc:docMk/>
            <pc:sldMk cId="512024000" sldId="256"/>
            <ac:grpSpMk id="113" creationId="{9F2EC56A-BFDE-EE04-6254-AD82508FC308}"/>
          </ac:grpSpMkLst>
        </pc:grpChg>
        <pc:grpChg chg="add mod">
          <ac:chgData name="DANIEL YELAMOS DE LAS HERAS" userId="6d3a8e5f-ef5c-45b4-acda-6265fc8f6857" providerId="ADAL" clId="{61DB71DD-75C6-55C1-A9F9-951D5D5511E5}" dt="2026-02-11T10:13:20.686" v="7137" actId="1038"/>
          <ac:grpSpMkLst>
            <pc:docMk/>
            <pc:sldMk cId="512024000" sldId="256"/>
            <ac:grpSpMk id="166" creationId="{17111FEE-7B63-C86E-2550-F5723F8B4692}"/>
          </ac:grpSpMkLst>
        </pc:grpChg>
        <pc:grpChg chg="add mod">
          <ac:chgData name="DANIEL YELAMOS DE LAS HERAS" userId="6d3a8e5f-ef5c-45b4-acda-6265fc8f6857" providerId="ADAL" clId="{61DB71DD-75C6-55C1-A9F9-951D5D5511E5}" dt="2026-02-11T10:15:59.946" v="7234" actId="1035"/>
          <ac:grpSpMkLst>
            <pc:docMk/>
            <pc:sldMk cId="512024000" sldId="256"/>
            <ac:grpSpMk id="167" creationId="{76EB1652-969B-1226-758A-6C8CDFB62530}"/>
          </ac:grpSpMkLst>
        </pc:grpChg>
        <pc:grpChg chg="add mod">
          <ac:chgData name="DANIEL YELAMOS DE LAS HERAS" userId="6d3a8e5f-ef5c-45b4-acda-6265fc8f6857" providerId="ADAL" clId="{61DB71DD-75C6-55C1-A9F9-951D5D5511E5}" dt="2026-02-11T12:33:09.430" v="8867" actId="1076"/>
          <ac:grpSpMkLst>
            <pc:docMk/>
            <pc:sldMk cId="512024000" sldId="256"/>
            <ac:grpSpMk id="169" creationId="{560BFE22-2924-79C8-0537-F108157B7806}"/>
          </ac:grpSpMkLst>
        </pc:grpChg>
        <pc:grpChg chg="add">
          <ac:chgData name="DANIEL YELAMOS DE LAS HERAS" userId="6d3a8e5f-ef5c-45b4-acda-6265fc8f6857" providerId="ADAL" clId="{61DB71DD-75C6-55C1-A9F9-951D5D5511E5}" dt="2026-02-11T10:21:08.205" v="7324" actId="164"/>
          <ac:grpSpMkLst>
            <pc:docMk/>
            <pc:sldMk cId="512024000" sldId="256"/>
            <ac:grpSpMk id="170" creationId="{748C4E05-D612-489A-912D-0FC858E71CF0}"/>
          </ac:grpSpMkLst>
        </pc:grpChg>
        <pc:grpChg chg="add mod">
          <ac:chgData name="DANIEL YELAMOS DE LAS HERAS" userId="6d3a8e5f-ef5c-45b4-acda-6265fc8f6857" providerId="ADAL" clId="{61DB71DD-75C6-55C1-A9F9-951D5D5511E5}" dt="2026-02-11T10:40:30.085" v="8150" actId="14100"/>
          <ac:grpSpMkLst>
            <pc:docMk/>
            <pc:sldMk cId="512024000" sldId="256"/>
            <ac:grpSpMk id="172" creationId="{A63526A2-0F66-2030-61DD-4D5E991F5834}"/>
          </ac:grpSpMkLst>
        </pc:grpChg>
        <pc:grpChg chg="add mod">
          <ac:chgData name="DANIEL YELAMOS DE LAS HERAS" userId="6d3a8e5f-ef5c-45b4-acda-6265fc8f6857" providerId="ADAL" clId="{61DB71DD-75C6-55C1-A9F9-951D5D5511E5}" dt="2026-02-11T10:55:37.304" v="8269" actId="14100"/>
          <ac:grpSpMkLst>
            <pc:docMk/>
            <pc:sldMk cId="512024000" sldId="256"/>
            <ac:grpSpMk id="178" creationId="{2FA283FD-582C-548D-3804-6F143B5DD2DE}"/>
          </ac:grpSpMkLst>
        </pc:grpChg>
        <pc:grpChg chg="add mod">
          <ac:chgData name="DANIEL YELAMOS DE LAS HERAS" userId="6d3a8e5f-ef5c-45b4-acda-6265fc8f6857" providerId="ADAL" clId="{61DB71DD-75C6-55C1-A9F9-951D5D5511E5}" dt="2026-02-11T10:53:45.239" v="8251" actId="14100"/>
          <ac:grpSpMkLst>
            <pc:docMk/>
            <pc:sldMk cId="512024000" sldId="256"/>
            <ac:grpSpMk id="179" creationId="{4612ECE2-D5DA-978C-934C-1FDF5C7B69D1}"/>
          </ac:grpSpMkLst>
        </pc:grpChg>
        <pc:grpChg chg="add del mod">
          <ac:chgData name="DANIEL YELAMOS DE LAS HERAS" userId="6d3a8e5f-ef5c-45b4-acda-6265fc8f6857" providerId="ADAL" clId="{61DB71DD-75C6-55C1-A9F9-951D5D5511E5}" dt="2026-02-11T10:52:37.284" v="8237" actId="478"/>
          <ac:grpSpMkLst>
            <pc:docMk/>
            <pc:sldMk cId="512024000" sldId="256"/>
            <ac:grpSpMk id="180" creationId="{AD92910A-84A9-C21C-9667-7EB4E6B05BF8}"/>
          </ac:grpSpMkLst>
        </pc:grpChg>
        <pc:grpChg chg="add">
          <ac:chgData name="DANIEL YELAMOS DE LAS HERAS" userId="6d3a8e5f-ef5c-45b4-acda-6265fc8f6857" providerId="ADAL" clId="{61DB71DD-75C6-55C1-A9F9-951D5D5511E5}" dt="2026-02-11T12:00:49.744" v="8814" actId="164"/>
          <ac:grpSpMkLst>
            <pc:docMk/>
            <pc:sldMk cId="512024000" sldId="256"/>
            <ac:grpSpMk id="196" creationId="{65A7A68E-1C7C-0C07-5774-C4B1D8AE795A}"/>
          </ac:grpSpMkLst>
        </pc:grpChg>
        <pc:grpChg chg="add mod">
          <ac:chgData name="DANIEL YELAMOS DE LAS HERAS" userId="6d3a8e5f-ef5c-45b4-acda-6265fc8f6857" providerId="ADAL" clId="{61DB71DD-75C6-55C1-A9F9-951D5D5511E5}" dt="2026-02-11T12:00:58.472" v="8817" actId="1076"/>
          <ac:grpSpMkLst>
            <pc:docMk/>
            <pc:sldMk cId="512024000" sldId="256"/>
            <ac:grpSpMk id="197" creationId="{1D79C9D8-3F49-91EA-3265-3AE0B935C570}"/>
          </ac:grpSpMkLst>
        </pc:grpChg>
        <pc:picChg chg="add mod modCrop">
          <ac:chgData name="DANIEL YELAMOS DE LAS HERAS" userId="6d3a8e5f-ef5c-45b4-acda-6265fc8f6857" providerId="ADAL" clId="{61DB71DD-75C6-55C1-A9F9-951D5D5511E5}" dt="2026-02-12T12:33:18.928" v="8987" actId="14100"/>
          <ac:picMkLst>
            <pc:docMk/>
            <pc:sldMk cId="512024000" sldId="256"/>
            <ac:picMk id="4" creationId="{95ECDA8D-0B36-727B-8738-FEBECB245160}"/>
          </ac:picMkLst>
        </pc:picChg>
        <pc:picChg chg="add mod modCrop">
          <ac:chgData name="DANIEL YELAMOS DE LAS HERAS" userId="6d3a8e5f-ef5c-45b4-acda-6265fc8f6857" providerId="ADAL" clId="{61DB71DD-75C6-55C1-A9F9-951D5D5511E5}" dt="2026-02-11T12:45:49.156" v="8918" actId="732"/>
          <ac:picMkLst>
            <pc:docMk/>
            <pc:sldMk cId="512024000" sldId="256"/>
            <ac:picMk id="7" creationId="{A2050AE5-A498-A4E7-95E9-B7282915D202}"/>
          </ac:picMkLst>
        </pc:picChg>
        <pc:picChg chg="mod">
          <ac:chgData name="DANIEL YELAMOS DE LAS HERAS" userId="6d3a8e5f-ef5c-45b4-acda-6265fc8f6857" providerId="ADAL" clId="{61DB71DD-75C6-55C1-A9F9-951D5D5511E5}" dt="2026-02-11T10:25:07.984" v="7645" actId="207"/>
          <ac:picMkLst>
            <pc:docMk/>
            <pc:sldMk cId="512024000" sldId="256"/>
            <ac:picMk id="15" creationId="{6AA22F85-939B-2100-2B49-D72D41F0378D}"/>
          </ac:picMkLst>
        </pc:picChg>
        <pc:picChg chg="add mod modCrop">
          <ac:chgData name="DANIEL YELAMOS DE LAS HERAS" userId="6d3a8e5f-ef5c-45b4-acda-6265fc8f6857" providerId="ADAL" clId="{61DB71DD-75C6-55C1-A9F9-951D5D5511E5}" dt="2026-02-06T09:42:28.097" v="1423" actId="167"/>
          <ac:picMkLst>
            <pc:docMk/>
            <pc:sldMk cId="512024000" sldId="256"/>
            <ac:picMk id="64" creationId="{3067E399-241D-D719-0489-C1CAAA2ECE49}"/>
          </ac:picMkLst>
        </pc:picChg>
        <pc:picChg chg="add mod modCrop">
          <ac:chgData name="DANIEL YELAMOS DE LAS HERAS" userId="6d3a8e5f-ef5c-45b4-acda-6265fc8f6857" providerId="ADAL" clId="{61DB71DD-75C6-55C1-A9F9-951D5D5511E5}" dt="2026-02-06T10:01:16.018" v="1768" actId="14100"/>
          <ac:picMkLst>
            <pc:docMk/>
            <pc:sldMk cId="512024000" sldId="256"/>
            <ac:picMk id="65" creationId="{453ECD89-DEA3-4988-47B0-3B10500E1173}"/>
          </ac:picMkLst>
        </pc:picChg>
        <pc:picChg chg="add mod modCrop">
          <ac:chgData name="DANIEL YELAMOS DE LAS HERAS" userId="6d3a8e5f-ef5c-45b4-acda-6265fc8f6857" providerId="ADAL" clId="{61DB71DD-75C6-55C1-A9F9-951D5D5511E5}" dt="2026-02-06T10:01:30.036" v="1773" actId="1076"/>
          <ac:picMkLst>
            <pc:docMk/>
            <pc:sldMk cId="512024000" sldId="256"/>
            <ac:picMk id="66" creationId="{96FFF714-ABF7-44B5-5128-FD12BDEF4C65}"/>
          </ac:picMkLst>
        </pc:picChg>
        <pc:picChg chg="add mod modCrop">
          <ac:chgData name="DANIEL YELAMOS DE LAS HERAS" userId="6d3a8e5f-ef5c-45b4-acda-6265fc8f6857" providerId="ADAL" clId="{61DB71DD-75C6-55C1-A9F9-951D5D5511E5}" dt="2026-02-10T11:45:34.937" v="5448" actId="1076"/>
          <ac:picMkLst>
            <pc:docMk/>
            <pc:sldMk cId="512024000" sldId="256"/>
            <ac:picMk id="70" creationId="{208FFDA8-1AA7-0214-61F7-CBAC5A66A0C4}"/>
          </ac:picMkLst>
        </pc:picChg>
        <pc:picChg chg="add mod modCrop">
          <ac:chgData name="DANIEL YELAMOS DE LAS HERAS" userId="6d3a8e5f-ef5c-45b4-acda-6265fc8f6857" providerId="ADAL" clId="{61DB71DD-75C6-55C1-A9F9-951D5D5511E5}" dt="2026-02-11T10:13:06.768" v="7130" actId="1035"/>
          <ac:picMkLst>
            <pc:docMk/>
            <pc:sldMk cId="512024000" sldId="256"/>
            <ac:picMk id="73" creationId="{5DA58F85-F6E3-A0FA-15A4-A1D37C17238F}"/>
          </ac:picMkLst>
        </pc:picChg>
        <pc:picChg chg="add mod modCrop">
          <ac:chgData name="DANIEL YELAMOS DE LAS HERAS" userId="6d3a8e5f-ef5c-45b4-acda-6265fc8f6857" providerId="ADAL" clId="{61DB71DD-75C6-55C1-A9F9-951D5D5511E5}" dt="2026-02-06T09:42:28.097" v="1423" actId="167"/>
          <ac:picMkLst>
            <pc:docMk/>
            <pc:sldMk cId="512024000" sldId="256"/>
            <ac:picMk id="75" creationId="{5A8F4EC4-8159-F5E9-1EA8-3EDAFCB98C8F}"/>
          </ac:picMkLst>
        </pc:picChg>
        <pc:picChg chg="add mod modCrop">
          <ac:chgData name="DANIEL YELAMOS DE LAS HERAS" userId="6d3a8e5f-ef5c-45b4-acda-6265fc8f6857" providerId="ADAL" clId="{61DB71DD-75C6-55C1-A9F9-951D5D5511E5}" dt="2026-02-10T11:43:46.970" v="5344" actId="1038"/>
          <ac:picMkLst>
            <pc:docMk/>
            <pc:sldMk cId="512024000" sldId="256"/>
            <ac:picMk id="76" creationId="{49C4AD74-EA63-F15C-16CF-D077E60E0942}"/>
          </ac:picMkLst>
        </pc:picChg>
        <pc:picChg chg="add mod modCrop">
          <ac:chgData name="DANIEL YELAMOS DE LAS HERAS" userId="6d3a8e5f-ef5c-45b4-acda-6265fc8f6857" providerId="ADAL" clId="{61DB71DD-75C6-55C1-A9F9-951D5D5511E5}" dt="2026-02-10T11:45:34.937" v="5448" actId="1076"/>
          <ac:picMkLst>
            <pc:docMk/>
            <pc:sldMk cId="512024000" sldId="256"/>
            <ac:picMk id="87" creationId="{686FB8A4-8588-AE1F-677D-6A3035429DD5}"/>
          </ac:picMkLst>
        </pc:picChg>
        <pc:picChg chg="add mod modCrop">
          <ac:chgData name="DANIEL YELAMOS DE LAS HERAS" userId="6d3a8e5f-ef5c-45b4-acda-6265fc8f6857" providerId="ADAL" clId="{61DB71DD-75C6-55C1-A9F9-951D5D5511E5}" dt="2026-02-10T11:45:34.937" v="5448" actId="1076"/>
          <ac:picMkLst>
            <pc:docMk/>
            <pc:sldMk cId="512024000" sldId="256"/>
            <ac:picMk id="88" creationId="{890FEDE4-56C6-690C-28A7-1A000EC39FDC}"/>
          </ac:picMkLst>
        </pc:picChg>
        <pc:picChg chg="add mod modCrop">
          <ac:chgData name="DANIEL YELAMOS DE LAS HERAS" userId="6d3a8e5f-ef5c-45b4-acda-6265fc8f6857" providerId="ADAL" clId="{61DB71DD-75C6-55C1-A9F9-951D5D5511E5}" dt="2026-02-10T11:45:34.937" v="5448" actId="1076"/>
          <ac:picMkLst>
            <pc:docMk/>
            <pc:sldMk cId="512024000" sldId="256"/>
            <ac:picMk id="89" creationId="{66F957DC-4973-0DA4-3762-861B2A8A56F0}"/>
          </ac:picMkLst>
        </pc:picChg>
        <pc:picChg chg="add mod">
          <ac:chgData name="DANIEL YELAMOS DE LAS HERAS" userId="6d3a8e5f-ef5c-45b4-acda-6265fc8f6857" providerId="ADAL" clId="{61DB71DD-75C6-55C1-A9F9-951D5D5511E5}" dt="2026-02-10T11:45:34.937" v="5448" actId="1076"/>
          <ac:picMkLst>
            <pc:docMk/>
            <pc:sldMk cId="512024000" sldId="256"/>
            <ac:picMk id="90" creationId="{ADFE78A0-1AF3-1480-4C60-65460F9BD326}"/>
          </ac:picMkLst>
        </pc:picChg>
        <pc:picChg chg="add mod modCrop">
          <ac:chgData name="DANIEL YELAMOS DE LAS HERAS" userId="6d3a8e5f-ef5c-45b4-acda-6265fc8f6857" providerId="ADAL" clId="{61DB71DD-75C6-55C1-A9F9-951D5D5511E5}" dt="2026-02-11T10:13:44.013" v="7172" actId="1038"/>
          <ac:picMkLst>
            <pc:docMk/>
            <pc:sldMk cId="512024000" sldId="256"/>
            <ac:picMk id="124" creationId="{D7790FBC-A8E2-8D36-D422-9F7DE9D5041D}"/>
          </ac:picMkLst>
        </pc:picChg>
        <pc:picChg chg="add mod modCrop">
          <ac:chgData name="DANIEL YELAMOS DE LAS HERAS" userId="6d3a8e5f-ef5c-45b4-acda-6265fc8f6857" providerId="ADAL" clId="{61DB71DD-75C6-55C1-A9F9-951D5D5511E5}" dt="2026-02-11T10:13:48.864" v="7177" actId="1035"/>
          <ac:picMkLst>
            <pc:docMk/>
            <pc:sldMk cId="512024000" sldId="256"/>
            <ac:picMk id="126" creationId="{E459CE5F-E071-B6C4-E1DF-99871ACF9E61}"/>
          </ac:picMkLst>
        </pc:picChg>
        <pc:picChg chg="add mod modCrop">
          <ac:chgData name="DANIEL YELAMOS DE LAS HERAS" userId="6d3a8e5f-ef5c-45b4-acda-6265fc8f6857" providerId="ADAL" clId="{61DB71DD-75C6-55C1-A9F9-951D5D5511E5}" dt="2026-02-11T10:13:24.272" v="7138" actId="1076"/>
          <ac:picMkLst>
            <pc:docMk/>
            <pc:sldMk cId="512024000" sldId="256"/>
            <ac:picMk id="128" creationId="{07A76F76-C2AF-F936-8617-5FB84A1718AC}"/>
          </ac:picMkLst>
        </pc:picChg>
        <pc:picChg chg="add mod">
          <ac:chgData name="DANIEL YELAMOS DE LAS HERAS" userId="6d3a8e5f-ef5c-45b4-acda-6265fc8f6857" providerId="ADAL" clId="{61DB71DD-75C6-55C1-A9F9-951D5D5511E5}" dt="2026-02-11T10:17:22.137" v="7256" actId="1036"/>
          <ac:picMkLst>
            <pc:docMk/>
            <pc:sldMk cId="512024000" sldId="256"/>
            <ac:picMk id="152" creationId="{DE57F1B2-617B-A764-CC94-1EEAF52C3C2D}"/>
          </ac:picMkLst>
        </pc:picChg>
        <pc:picChg chg="add mod modCrop">
          <ac:chgData name="DANIEL YELAMOS DE LAS HERAS" userId="6d3a8e5f-ef5c-45b4-acda-6265fc8f6857" providerId="ADAL" clId="{61DB71DD-75C6-55C1-A9F9-951D5D5511E5}" dt="2026-02-11T11:56:50.750" v="8563" actId="1076"/>
          <ac:picMkLst>
            <pc:docMk/>
            <pc:sldMk cId="512024000" sldId="256"/>
            <ac:picMk id="154" creationId="{516A8F28-54E2-12BB-D81A-935F54CF63F4}"/>
          </ac:picMkLst>
        </pc:picChg>
        <pc:picChg chg="add mod modCrop">
          <ac:chgData name="DANIEL YELAMOS DE LAS HERAS" userId="6d3a8e5f-ef5c-45b4-acda-6265fc8f6857" providerId="ADAL" clId="{61DB71DD-75C6-55C1-A9F9-951D5D5511E5}" dt="2026-02-11T10:17:22.137" v="7256" actId="1036"/>
          <ac:picMkLst>
            <pc:docMk/>
            <pc:sldMk cId="512024000" sldId="256"/>
            <ac:picMk id="158" creationId="{C8AF837F-D2BD-2346-DF04-5C87FE43BD1A}"/>
          </ac:picMkLst>
        </pc:picChg>
        <pc:picChg chg="add mod modCrop">
          <ac:chgData name="DANIEL YELAMOS DE LAS HERAS" userId="6d3a8e5f-ef5c-45b4-acda-6265fc8f6857" providerId="ADAL" clId="{61DB71DD-75C6-55C1-A9F9-951D5D5511E5}" dt="2026-02-11T10:17:22.137" v="7256" actId="1036"/>
          <ac:picMkLst>
            <pc:docMk/>
            <pc:sldMk cId="512024000" sldId="256"/>
            <ac:picMk id="162" creationId="{53AFC536-9E5B-62CE-E350-4AAB02D7B9D5}"/>
          </ac:picMkLst>
        </pc:picChg>
        <pc:picChg chg="add mod">
          <ac:chgData name="DANIEL YELAMOS DE LAS HERAS" userId="6d3a8e5f-ef5c-45b4-acda-6265fc8f6857" providerId="ADAL" clId="{61DB71DD-75C6-55C1-A9F9-951D5D5511E5}" dt="2026-02-11T10:56:02.970" v="8273" actId="1076"/>
          <ac:picMkLst>
            <pc:docMk/>
            <pc:sldMk cId="512024000" sldId="256"/>
            <ac:picMk id="189" creationId="{118A883E-CB0D-9191-AFD5-5D34F6CFD083}"/>
          </ac:picMkLst>
        </pc:picChg>
        <pc:picChg chg="add mod modCrop">
          <ac:chgData name="DANIEL YELAMOS DE LAS HERAS" userId="6d3a8e5f-ef5c-45b4-acda-6265fc8f6857" providerId="ADAL" clId="{61DB71DD-75C6-55C1-A9F9-951D5D5511E5}" dt="2026-02-11T12:45:16.837" v="8909" actId="732"/>
          <ac:picMkLst>
            <pc:docMk/>
            <pc:sldMk cId="512024000" sldId="256"/>
            <ac:picMk id="203" creationId="{7A4A2FC8-51A9-A581-339D-2993338ABE5E}"/>
          </ac:picMkLst>
        </pc:picChg>
        <pc:cxnChg chg="mod">
          <ac:chgData name="DANIEL YELAMOS DE LAS HERAS" userId="6d3a8e5f-ef5c-45b4-acda-6265fc8f6857" providerId="ADAL" clId="{61DB71DD-75C6-55C1-A9F9-951D5D5511E5}" dt="2026-02-11T10:09:55.129" v="7036" actId="1035"/>
          <ac:cxnSpMkLst>
            <pc:docMk/>
            <pc:sldMk cId="512024000" sldId="256"/>
            <ac:cxnSpMk id="27" creationId="{8DD88619-8EB2-8EBF-5BFF-480385485834}"/>
          </ac:cxnSpMkLst>
        </pc:cxnChg>
        <pc:cxnChg chg="add mod">
          <ac:chgData name="DANIEL YELAMOS DE LAS HERAS" userId="6d3a8e5f-ef5c-45b4-acda-6265fc8f6857" providerId="ADAL" clId="{61DB71DD-75C6-55C1-A9F9-951D5D5511E5}" dt="2026-02-06T09:24:05.587" v="1372" actId="1038"/>
          <ac:cxnSpMkLst>
            <pc:docMk/>
            <pc:sldMk cId="512024000" sldId="256"/>
            <ac:cxnSpMk id="68" creationId="{8DB8F512-240C-B7E8-8973-9937819921AB}"/>
          </ac:cxnSpMkLst>
        </pc:cxnChg>
        <pc:cxnChg chg="add del mod">
          <ac:chgData name="DANIEL YELAMOS DE LAS HERAS" userId="6d3a8e5f-ef5c-45b4-acda-6265fc8f6857" providerId="ADAL" clId="{61DB71DD-75C6-55C1-A9F9-951D5D5511E5}" dt="2026-02-06T09:42:54.397" v="1432" actId="1038"/>
          <ac:cxnSpMkLst>
            <pc:docMk/>
            <pc:sldMk cId="512024000" sldId="256"/>
            <ac:cxnSpMk id="69" creationId="{0FA87C56-8F17-7993-0A47-207B5473BBD7}"/>
          </ac:cxnSpMkLst>
        </pc:cxnChg>
      </pc:sldChg>
      <pc:sldChg chg="addSp delSp modSp add mod setBg">
        <pc:chgData name="DANIEL YELAMOS DE LAS HERAS" userId="6d3a8e5f-ef5c-45b4-acda-6265fc8f6857" providerId="ADAL" clId="{61DB71DD-75C6-55C1-A9F9-951D5D5511E5}" dt="2026-02-15T12:23:47.099" v="13845" actId="1036"/>
        <pc:sldMkLst>
          <pc:docMk/>
          <pc:sldMk cId="3438500608" sldId="257"/>
        </pc:sldMkLst>
        <pc:spChg chg="add mod">
          <ac:chgData name="DANIEL YELAMOS DE LAS HERAS" userId="6d3a8e5f-ef5c-45b4-acda-6265fc8f6857" providerId="ADAL" clId="{61DB71DD-75C6-55C1-A9F9-951D5D5511E5}" dt="2026-02-13T10:13:54.322" v="11496" actId="2085"/>
          <ac:spMkLst>
            <pc:docMk/>
            <pc:sldMk cId="3438500608" sldId="257"/>
            <ac:spMk id="3" creationId="{E4650F44-5861-9FA3-F366-674D62D03F77}"/>
          </ac:spMkLst>
        </pc:spChg>
        <pc:spChg chg="mod">
          <ac:chgData name="DANIEL YELAMOS DE LAS HERAS" userId="6d3a8e5f-ef5c-45b4-acda-6265fc8f6857" providerId="ADAL" clId="{61DB71DD-75C6-55C1-A9F9-951D5D5511E5}" dt="2026-02-15T12:13:57.462" v="13262" actId="207"/>
          <ac:spMkLst>
            <pc:docMk/>
            <pc:sldMk cId="3438500608" sldId="257"/>
            <ac:spMk id="5" creationId="{D86773DE-5A74-C0DE-475B-342649E08D7B}"/>
          </ac:spMkLst>
        </pc:spChg>
        <pc:spChg chg="add mod">
          <ac:chgData name="DANIEL YELAMOS DE LAS HERAS" userId="6d3a8e5f-ef5c-45b4-acda-6265fc8f6857" providerId="ADAL" clId="{61DB71DD-75C6-55C1-A9F9-951D5D5511E5}" dt="2026-02-13T10:13:54.322" v="11496" actId="2085"/>
          <ac:spMkLst>
            <pc:docMk/>
            <pc:sldMk cId="3438500608" sldId="257"/>
            <ac:spMk id="8" creationId="{8A675975-43B3-47D4-1680-F598C25D7F87}"/>
          </ac:spMkLst>
        </pc:spChg>
        <pc:spChg chg="add mod">
          <ac:chgData name="DANIEL YELAMOS DE LAS HERAS" userId="6d3a8e5f-ef5c-45b4-acda-6265fc8f6857" providerId="ADAL" clId="{61DB71DD-75C6-55C1-A9F9-951D5D5511E5}" dt="2026-02-13T10:13:54.322" v="11496" actId="2085"/>
          <ac:spMkLst>
            <pc:docMk/>
            <pc:sldMk cId="3438500608" sldId="257"/>
            <ac:spMk id="11" creationId="{F6018736-01B6-D896-C11F-65B959C7B641}"/>
          </ac:spMkLst>
        </pc:spChg>
        <pc:spChg chg="add mod">
          <ac:chgData name="DANIEL YELAMOS DE LAS HERAS" userId="6d3a8e5f-ef5c-45b4-acda-6265fc8f6857" providerId="ADAL" clId="{61DB71DD-75C6-55C1-A9F9-951D5D5511E5}" dt="2026-02-15T12:23:17.214" v="13840" actId="14100"/>
          <ac:spMkLst>
            <pc:docMk/>
            <pc:sldMk cId="3438500608" sldId="257"/>
            <ac:spMk id="14" creationId="{848E9839-B06E-A883-DE0A-01263ADF143F}"/>
          </ac:spMkLst>
        </pc:spChg>
        <pc:spChg chg="mod">
          <ac:chgData name="DANIEL YELAMOS DE LAS HERAS" userId="6d3a8e5f-ef5c-45b4-acda-6265fc8f6857" providerId="ADAL" clId="{61DB71DD-75C6-55C1-A9F9-951D5D5511E5}" dt="2026-02-15T12:13:41.511" v="13147" actId="207"/>
          <ac:spMkLst>
            <pc:docMk/>
            <pc:sldMk cId="3438500608" sldId="257"/>
            <ac:spMk id="16" creationId="{D4E5EE99-3015-F954-03F2-ACD3945A79B8}"/>
          </ac:spMkLst>
        </pc:spChg>
        <pc:spChg chg="add 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8" creationId="{0E5E2E33-2F5C-E6C8-D8BE-B248F3B40939}"/>
          </ac:spMkLst>
        </pc:spChg>
        <pc:spChg chg="mod">
          <ac:chgData name="DANIEL YELAMOS DE LAS HERAS" userId="6d3a8e5f-ef5c-45b4-acda-6265fc8f6857" providerId="ADAL" clId="{61DB71DD-75C6-55C1-A9F9-951D5D5511E5}" dt="2026-02-15T12:13:41.511" v="13147" actId="207"/>
          <ac:spMkLst>
            <pc:docMk/>
            <pc:sldMk cId="3438500608" sldId="257"/>
            <ac:spMk id="19" creationId="{19527C0A-6D3B-C2E3-128A-0BE4CFCA0074}"/>
          </ac:spMkLst>
        </pc:spChg>
        <pc:spChg chg="add mod">
          <ac:chgData name="DANIEL YELAMOS DE LAS HERAS" userId="6d3a8e5f-ef5c-45b4-acda-6265fc8f6857" providerId="ADAL" clId="{61DB71DD-75C6-55C1-A9F9-951D5D5511E5}" dt="2026-02-15T12:22:02.504" v="13814" actId="2085"/>
          <ac:spMkLst>
            <pc:docMk/>
            <pc:sldMk cId="3438500608" sldId="257"/>
            <ac:spMk id="20" creationId="{D8C3BBBE-8999-18EC-9CDB-2053587241D9}"/>
          </ac:spMkLst>
        </pc:spChg>
        <pc:spChg chg="mod">
          <ac:chgData name="DANIEL YELAMOS DE LAS HERAS" userId="6d3a8e5f-ef5c-45b4-acda-6265fc8f6857" providerId="ADAL" clId="{61DB71DD-75C6-55C1-A9F9-951D5D5511E5}" dt="2026-02-15T12:13:41.511" v="13147" actId="207"/>
          <ac:spMkLst>
            <pc:docMk/>
            <pc:sldMk cId="3438500608" sldId="257"/>
            <ac:spMk id="21" creationId="{A530696C-DCA8-2E15-773D-C5F55F1A661B}"/>
          </ac:spMkLst>
        </pc:spChg>
        <pc:spChg chg="mod">
          <ac:chgData name="DANIEL YELAMOS DE LAS HERAS" userId="6d3a8e5f-ef5c-45b4-acda-6265fc8f6857" providerId="ADAL" clId="{61DB71DD-75C6-55C1-A9F9-951D5D5511E5}" dt="2026-02-15T12:13:41.511" v="13147" actId="207"/>
          <ac:spMkLst>
            <pc:docMk/>
            <pc:sldMk cId="3438500608" sldId="257"/>
            <ac:spMk id="23" creationId="{8195CBAE-068F-14C6-7C09-17702896E1A9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30" creationId="{8AABDE62-BD8F-D868-7EFA-942F61B2E85C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31" creationId="{CCCF305A-911A-346A-F6D5-C65A053E513B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32" creationId="{9883DC96-DF70-FED4-B14F-EDC10B3217B9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35" creationId="{8D70DEC3-C495-64BB-06A9-4E2F0DA04B1A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36" creationId="{A031767F-BEBC-7D55-BAF6-CD4125CD6F37}"/>
          </ac:spMkLst>
        </pc:spChg>
        <pc:spChg chg="mod">
          <ac:chgData name="DANIEL YELAMOS DE LAS HERAS" userId="6d3a8e5f-ef5c-45b4-acda-6265fc8f6857" providerId="ADAL" clId="{61DB71DD-75C6-55C1-A9F9-951D5D5511E5}" dt="2026-02-12T15:45:24.031" v="9483" actId="255"/>
          <ac:spMkLst>
            <pc:docMk/>
            <pc:sldMk cId="3438500608" sldId="257"/>
            <ac:spMk id="37" creationId="{F88262E2-5E0C-8C25-8EDD-608AD6216FD6}"/>
          </ac:spMkLst>
        </pc:spChg>
        <pc:spChg chg="mod">
          <ac:chgData name="DANIEL YELAMOS DE LAS HERAS" userId="6d3a8e5f-ef5c-45b4-acda-6265fc8f6857" providerId="ADAL" clId="{61DB71DD-75C6-55C1-A9F9-951D5D5511E5}" dt="2026-02-15T12:17:00.341" v="13274" actId="207"/>
          <ac:spMkLst>
            <pc:docMk/>
            <pc:sldMk cId="3438500608" sldId="257"/>
            <ac:spMk id="46" creationId="{AE88F93A-D682-A1AF-6809-0C3BE3C4CC95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47" creationId="{8639C0C0-267D-B9E9-0396-C1E93F73E070}"/>
          </ac:spMkLst>
        </pc:spChg>
        <pc:spChg chg="mod">
          <ac:chgData name="DANIEL YELAMOS DE LAS HERAS" userId="6d3a8e5f-ef5c-45b4-acda-6265fc8f6857" providerId="ADAL" clId="{61DB71DD-75C6-55C1-A9F9-951D5D5511E5}" dt="2026-02-15T12:20:59.755" v="13804" actId="2085"/>
          <ac:spMkLst>
            <pc:docMk/>
            <pc:sldMk cId="3438500608" sldId="257"/>
            <ac:spMk id="50" creationId="{A52FB495-03A2-DA00-6B36-99EA3D845CCC}"/>
          </ac:spMkLst>
        </pc:spChg>
        <pc:spChg chg="mod">
          <ac:chgData name="DANIEL YELAMOS DE LAS HERAS" userId="6d3a8e5f-ef5c-45b4-acda-6265fc8f6857" providerId="ADAL" clId="{61DB71DD-75C6-55C1-A9F9-951D5D5511E5}" dt="2026-02-15T12:20:59.755" v="13804" actId="2085"/>
          <ac:spMkLst>
            <pc:docMk/>
            <pc:sldMk cId="3438500608" sldId="257"/>
            <ac:spMk id="51" creationId="{3D36B83F-D761-60F8-7A5B-33A1355F3145}"/>
          </ac:spMkLst>
        </pc:spChg>
        <pc:spChg chg="add mod">
          <ac:chgData name="DANIEL YELAMOS DE LAS HERAS" userId="6d3a8e5f-ef5c-45b4-acda-6265fc8f6857" providerId="ADAL" clId="{61DB71DD-75C6-55C1-A9F9-951D5D5511E5}" dt="2026-02-15T12:23:47.099" v="13845" actId="1036"/>
          <ac:spMkLst>
            <pc:docMk/>
            <pc:sldMk cId="3438500608" sldId="257"/>
            <ac:spMk id="53" creationId="{ED07EA46-AD2C-0EC6-FC2F-89684CF2313C}"/>
          </ac:spMkLst>
        </pc:spChg>
        <pc:spChg chg="add mod">
          <ac:chgData name="DANIEL YELAMOS DE LAS HERAS" userId="6d3a8e5f-ef5c-45b4-acda-6265fc8f6857" providerId="ADAL" clId="{61DB71DD-75C6-55C1-A9F9-951D5D5511E5}" dt="2026-02-13T08:23:40.454" v="10073" actId="1035"/>
          <ac:spMkLst>
            <pc:docMk/>
            <pc:sldMk cId="3438500608" sldId="257"/>
            <ac:spMk id="54" creationId="{44E7B1F2-DEB1-0AB7-22B6-5906F65EAA7A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55" creationId="{0A5463AE-06CF-DAAD-4BBA-DB2AF371C859}"/>
          </ac:spMkLst>
        </pc:spChg>
        <pc:spChg chg="add mod">
          <ac:chgData name="DANIEL YELAMOS DE LAS HERAS" userId="6d3a8e5f-ef5c-45b4-acda-6265fc8f6857" providerId="ADAL" clId="{61DB71DD-75C6-55C1-A9F9-951D5D5511E5}" dt="2026-02-13T08:24:02.904" v="10119" actId="1037"/>
          <ac:spMkLst>
            <pc:docMk/>
            <pc:sldMk cId="3438500608" sldId="257"/>
            <ac:spMk id="56" creationId="{4656B555-928D-0BA2-C287-F18E9914B0A9}"/>
          </ac:spMkLst>
        </pc:spChg>
        <pc:spChg chg="add mod">
          <ac:chgData name="DANIEL YELAMOS DE LAS HERAS" userId="6d3a8e5f-ef5c-45b4-acda-6265fc8f6857" providerId="ADAL" clId="{61DB71DD-75C6-55C1-A9F9-951D5D5511E5}" dt="2026-02-15T12:22:13.765" v="13816" actId="2085"/>
          <ac:spMkLst>
            <pc:docMk/>
            <pc:sldMk cId="3438500608" sldId="257"/>
            <ac:spMk id="61" creationId="{F2B2D835-07E5-51E2-3555-9AC19335D631}"/>
          </ac:spMkLst>
        </pc:spChg>
        <pc:spChg chg="add mod">
          <ac:chgData name="DANIEL YELAMOS DE LAS HERAS" userId="6d3a8e5f-ef5c-45b4-acda-6265fc8f6857" providerId="ADAL" clId="{61DB71DD-75C6-55C1-A9F9-951D5D5511E5}" dt="2026-02-15T12:22:13.765" v="13816" actId="2085"/>
          <ac:spMkLst>
            <pc:docMk/>
            <pc:sldMk cId="3438500608" sldId="257"/>
            <ac:spMk id="67" creationId="{E03934F2-49D0-A060-82B9-D57C89FA757C}"/>
          </ac:spMkLst>
        </pc:spChg>
        <pc:spChg chg="mod">
          <ac:chgData name="DANIEL YELAMOS DE LAS HERAS" userId="6d3a8e5f-ef5c-45b4-acda-6265fc8f6857" providerId="ADAL" clId="{61DB71DD-75C6-55C1-A9F9-951D5D5511E5}" dt="2026-02-15T12:21:14.034" v="13807" actId="2085"/>
          <ac:spMkLst>
            <pc:docMk/>
            <pc:sldMk cId="3438500608" sldId="257"/>
            <ac:spMk id="83" creationId="{EECE6FFB-53DF-6D0C-1E45-3ADE9D15A673}"/>
          </ac:spMkLst>
        </pc:spChg>
        <pc:spChg chg="mod">
          <ac:chgData name="DANIEL YELAMOS DE LAS HERAS" userId="6d3a8e5f-ef5c-45b4-acda-6265fc8f6857" providerId="ADAL" clId="{61DB71DD-75C6-55C1-A9F9-951D5D5511E5}" dt="2026-02-15T12:21:14.034" v="13807" actId="2085"/>
          <ac:spMkLst>
            <pc:docMk/>
            <pc:sldMk cId="3438500608" sldId="257"/>
            <ac:spMk id="85" creationId="{ADB12C58-6C04-6D77-DE48-7ACEEE1923CD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91" creationId="{4D93C3A8-6B9C-C2BF-4B7D-4945B766020C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95" creationId="{3229D714-E146-3F64-99BD-54F846174782}"/>
          </ac:spMkLst>
        </pc:spChg>
        <pc:spChg chg="mod">
          <ac:chgData name="DANIEL YELAMOS DE LAS HERAS" userId="6d3a8e5f-ef5c-45b4-acda-6265fc8f6857" providerId="ADAL" clId="{61DB71DD-75C6-55C1-A9F9-951D5D5511E5}" dt="2026-02-15T12:21:10.206" v="13806" actId="2085"/>
          <ac:spMkLst>
            <pc:docMk/>
            <pc:sldMk cId="3438500608" sldId="257"/>
            <ac:spMk id="96" creationId="{BF3697A1-3434-4420-70CA-7F45E505B7C4}"/>
          </ac:spMkLst>
        </pc:spChg>
        <pc:spChg chg="add del mod">
          <ac:chgData name="DANIEL YELAMOS DE LAS HERAS" userId="6d3a8e5f-ef5c-45b4-acda-6265fc8f6857" providerId="ADAL" clId="{61DB71DD-75C6-55C1-A9F9-951D5D5511E5}" dt="2026-02-15T12:20:28.518" v="13799" actId="2085"/>
          <ac:spMkLst>
            <pc:docMk/>
            <pc:sldMk cId="3438500608" sldId="257"/>
            <ac:spMk id="103" creationId="{CB213769-749D-25F5-10FE-1656689396A0}"/>
          </ac:spMkLst>
        </pc:spChg>
        <pc:spChg chg="add mod">
          <ac:chgData name="DANIEL YELAMOS DE LAS HERAS" userId="6d3a8e5f-ef5c-45b4-acda-6265fc8f6857" providerId="ADAL" clId="{61DB71DD-75C6-55C1-A9F9-951D5D5511E5}" dt="2026-02-13T13:36:24.327" v="13145" actId="1035"/>
          <ac:spMkLst>
            <pc:docMk/>
            <pc:sldMk cId="3438500608" sldId="257"/>
            <ac:spMk id="114" creationId="{1262562E-7D82-73FF-3B72-A5EA648B1983}"/>
          </ac:spMkLst>
        </pc:spChg>
        <pc:spChg chg="mod topLvl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16" creationId="{DDDB804F-6B3C-2D15-DFEE-3C4067F05D99}"/>
          </ac:spMkLst>
        </pc:spChg>
        <pc:spChg chg="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17" creationId="{48952648-17C8-0253-C50E-E44FD9091DFE}"/>
          </ac:spMkLst>
        </pc:spChg>
        <pc:spChg chg="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18" creationId="{8877A570-FE88-358B-0373-131BAB5D35FC}"/>
          </ac:spMkLst>
        </pc:spChg>
        <pc:spChg chg="mod">
          <ac:chgData name="DANIEL YELAMOS DE LAS HERAS" userId="6d3a8e5f-ef5c-45b4-acda-6265fc8f6857" providerId="ADAL" clId="{61DB71DD-75C6-55C1-A9F9-951D5D5511E5}" dt="2026-02-15T12:20:59.755" v="13804" actId="2085"/>
          <ac:spMkLst>
            <pc:docMk/>
            <pc:sldMk cId="3438500608" sldId="257"/>
            <ac:spMk id="120" creationId="{D26F1C09-55F4-001D-7F14-6EA36A854368}"/>
          </ac:spMkLst>
        </pc:spChg>
        <pc:spChg chg="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21" creationId="{28F71048-1BC5-83DF-AD33-FEBFD3F5F7BB}"/>
          </ac:spMkLst>
        </pc:spChg>
        <pc:spChg chg="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22" creationId="{6F6D436A-8D07-74DE-BFC9-53BA1393D0B3}"/>
          </ac:spMkLst>
        </pc:spChg>
        <pc:spChg chg="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23" creationId="{BA2C3D9A-4D81-633D-7254-524495A0F268}"/>
          </ac:spMkLst>
        </pc:spChg>
        <pc:spChg chg="add del mod">
          <ac:chgData name="DANIEL YELAMOS DE LAS HERAS" userId="6d3a8e5f-ef5c-45b4-acda-6265fc8f6857" providerId="ADAL" clId="{61DB71DD-75C6-55C1-A9F9-951D5D5511E5}" dt="2026-02-15T12:20:53.145" v="13802" actId="2085"/>
          <ac:spMkLst>
            <pc:docMk/>
            <pc:sldMk cId="3438500608" sldId="257"/>
            <ac:spMk id="132" creationId="{B2541403-22D0-4FCE-661F-718718634A2C}"/>
          </ac:spMkLst>
        </pc:spChg>
        <pc:spChg chg="mod topLvl">
          <ac:chgData name="DANIEL YELAMOS DE LAS HERAS" userId="6d3a8e5f-ef5c-45b4-acda-6265fc8f6857" providerId="ADAL" clId="{61DB71DD-75C6-55C1-A9F9-951D5D5511E5}" dt="2026-02-12T15:57:55.348" v="9681" actId="165"/>
          <ac:spMkLst>
            <pc:docMk/>
            <pc:sldMk cId="3438500608" sldId="257"/>
            <ac:spMk id="163" creationId="{F8D4C676-8136-8D2F-FB56-8B792F9ADA5B}"/>
          </ac:spMkLst>
        </pc:spChg>
        <pc:spChg chg="mod topLvl">
          <ac:chgData name="DANIEL YELAMOS DE LAS HERAS" userId="6d3a8e5f-ef5c-45b4-acda-6265fc8f6857" providerId="ADAL" clId="{61DB71DD-75C6-55C1-A9F9-951D5D5511E5}" dt="2026-02-15T12:20:37.876" v="13800" actId="14100"/>
          <ac:spMkLst>
            <pc:docMk/>
            <pc:sldMk cId="3438500608" sldId="257"/>
            <ac:spMk id="164" creationId="{55974EE4-A707-697D-715C-6DD263BB51BF}"/>
          </ac:spMkLst>
        </pc:spChg>
        <pc:spChg chg="mod">
          <ac:chgData name="DANIEL YELAMOS DE LAS HERAS" userId="6d3a8e5f-ef5c-45b4-acda-6265fc8f6857" providerId="ADAL" clId="{61DB71DD-75C6-55C1-A9F9-951D5D5511E5}" dt="2026-02-15T12:22:13.765" v="13816" actId="2085"/>
          <ac:spMkLst>
            <pc:docMk/>
            <pc:sldMk cId="3438500608" sldId="257"/>
            <ac:spMk id="181" creationId="{F195EE5E-5429-BAF8-D931-4A3F6800D158}"/>
          </ac:spMkLst>
        </pc:spChg>
        <pc:spChg chg="mod">
          <ac:chgData name="DANIEL YELAMOS DE LAS HERAS" userId="6d3a8e5f-ef5c-45b4-acda-6265fc8f6857" providerId="ADAL" clId="{61DB71DD-75C6-55C1-A9F9-951D5D5511E5}" dt="2026-02-15T12:22:13.765" v="13816" actId="2085"/>
          <ac:spMkLst>
            <pc:docMk/>
            <pc:sldMk cId="3438500608" sldId="257"/>
            <ac:spMk id="182" creationId="{C435C1DF-E13C-1DBA-4793-09FD43AD9764}"/>
          </ac:spMkLst>
        </pc:spChg>
        <pc:spChg chg="mod">
          <ac:chgData name="DANIEL YELAMOS DE LAS HERAS" userId="6d3a8e5f-ef5c-45b4-acda-6265fc8f6857" providerId="ADAL" clId="{61DB71DD-75C6-55C1-A9F9-951D5D5511E5}" dt="2026-02-15T12:22:13.765" v="13816" actId="2085"/>
          <ac:spMkLst>
            <pc:docMk/>
            <pc:sldMk cId="3438500608" sldId="257"/>
            <ac:spMk id="183" creationId="{003E42F6-63CC-4EC1-32E8-50CD897A50FC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1" creationId="{6F8DA09F-ADA5-8661-AF05-6902DB21DDE9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3" creationId="{EC264FF9-3736-689E-5C83-6A5E0FE1C44F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4" creationId="{615408CF-753B-8E73-C9E9-308BA03A33DA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5" creationId="{9E81EAF6-C10D-0F6E-A6EA-EEB3C518E518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8" creationId="{F84F0CA4-328B-4F02-9004-95369F0F8AC3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199" creationId="{3D2C34ED-3918-828E-5F1A-B1F2999AC94D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200" creationId="{3CA24173-D928-DB3A-901E-ADC173AA0058}"/>
          </ac:spMkLst>
        </pc:spChg>
        <pc:spChg chg="mod">
          <ac:chgData name="DANIEL YELAMOS DE LAS HERAS" userId="6d3a8e5f-ef5c-45b4-acda-6265fc8f6857" providerId="ADAL" clId="{61DB71DD-75C6-55C1-A9F9-951D5D5511E5}" dt="2026-02-15T12:21:26.121" v="13809" actId="2085"/>
          <ac:spMkLst>
            <pc:docMk/>
            <pc:sldMk cId="3438500608" sldId="257"/>
            <ac:spMk id="201" creationId="{3AE9B2FA-A2A5-CEEB-73F5-BBEE807DBA20}"/>
          </ac:spMkLst>
        </pc:spChg>
        <pc:grpChg chg="mod">
          <ac:chgData name="DANIEL YELAMOS DE LAS HERAS" userId="6d3a8e5f-ef5c-45b4-acda-6265fc8f6857" providerId="ADAL" clId="{61DB71DD-75C6-55C1-A9F9-951D5D5511E5}" dt="2026-02-15T12:13:41.511" v="13147" actId="207"/>
          <ac:grpSpMkLst>
            <pc:docMk/>
            <pc:sldMk cId="3438500608" sldId="257"/>
            <ac:grpSpMk id="2" creationId="{DD409F97-CB80-D8AA-E457-00F79D05DB39}"/>
          </ac:grpSpMkLst>
        </pc:grpChg>
        <pc:grpChg chg="mod">
          <ac:chgData name="DANIEL YELAMOS DE LAS HERAS" userId="6d3a8e5f-ef5c-45b4-acda-6265fc8f6857" providerId="ADAL" clId="{61DB71DD-75C6-55C1-A9F9-951D5D5511E5}" dt="2026-02-12T15:31:31.750" v="9219" actId="1076"/>
          <ac:grpSpMkLst>
            <pc:docMk/>
            <pc:sldMk cId="3438500608" sldId="257"/>
            <ac:grpSpMk id="6" creationId="{64EB63CA-0858-DBB0-AD1D-0F14A586588D}"/>
          </ac:grpSpMkLst>
        </pc:grpChg>
        <pc:grpChg chg="add mod">
          <ac:chgData name="DANIEL YELAMOS DE LAS HERAS" userId="6d3a8e5f-ef5c-45b4-acda-6265fc8f6857" providerId="ADAL" clId="{61DB71DD-75C6-55C1-A9F9-951D5D5511E5}" dt="2026-02-12T15:38:54.355" v="9405" actId="1076"/>
          <ac:grpSpMkLst>
            <pc:docMk/>
            <pc:sldMk cId="3438500608" sldId="257"/>
            <ac:grpSpMk id="12" creationId="{0096AB86-D650-F3D0-D33B-E89AC8E78FCD}"/>
          </ac:grpSpMkLst>
        </pc:grpChg>
        <pc:grpChg chg="add mod">
          <ac:chgData name="DANIEL YELAMOS DE LAS HERAS" userId="6d3a8e5f-ef5c-45b4-acda-6265fc8f6857" providerId="ADAL" clId="{61DB71DD-75C6-55C1-A9F9-951D5D5511E5}" dt="2026-02-12T15:50:50.287" v="9624" actId="1035"/>
          <ac:grpSpMkLst>
            <pc:docMk/>
            <pc:sldMk cId="3438500608" sldId="257"/>
            <ac:grpSpMk id="13" creationId="{51FDFDAD-6855-3FC6-5B0F-AB4FB010D9B9}"/>
          </ac:grpSpMkLst>
        </pc:grpChg>
        <pc:grpChg chg="mod">
          <ac:chgData name="DANIEL YELAMOS DE LAS HERAS" userId="6d3a8e5f-ef5c-45b4-acda-6265fc8f6857" providerId="ADAL" clId="{61DB71DD-75C6-55C1-A9F9-951D5D5511E5}" dt="2026-02-15T12:13:41.511" v="13147" actId="207"/>
          <ac:grpSpMkLst>
            <pc:docMk/>
            <pc:sldMk cId="3438500608" sldId="257"/>
            <ac:grpSpMk id="17" creationId="{E5F06C4A-9E47-B347-9F93-70AD0F629EAA}"/>
          </ac:grpSpMkLst>
        </pc:grpChg>
        <pc:grpChg chg="add mod">
          <ac:chgData name="DANIEL YELAMOS DE LAS HERAS" userId="6d3a8e5f-ef5c-45b4-acda-6265fc8f6857" providerId="ADAL" clId="{61DB71DD-75C6-55C1-A9F9-951D5D5511E5}" dt="2026-02-13T13:24:06.794" v="12530" actId="1038"/>
          <ac:grpSpMkLst>
            <pc:docMk/>
            <pc:sldMk cId="3438500608" sldId="257"/>
            <ac:grpSpMk id="22" creationId="{4C6B21DD-314F-1A1A-FFED-9D43B114DB4C}"/>
          </ac:grpSpMkLst>
        </pc:grpChg>
        <pc:grpChg chg="add mod">
          <ac:chgData name="DANIEL YELAMOS DE LAS HERAS" userId="6d3a8e5f-ef5c-45b4-acda-6265fc8f6857" providerId="ADAL" clId="{61DB71DD-75C6-55C1-A9F9-951D5D5511E5}" dt="2026-02-15T12:15:21.823" v="13270" actId="1037"/>
          <ac:grpSpMkLst>
            <pc:docMk/>
            <pc:sldMk cId="3438500608" sldId="257"/>
            <ac:grpSpMk id="24" creationId="{90C8EE62-E956-598E-1D9A-48709EAEA7A1}"/>
          </ac:grpSpMkLst>
        </pc:grpChg>
        <pc:grpChg chg="add mod">
          <ac:chgData name="DANIEL YELAMOS DE LAS HERAS" userId="6d3a8e5f-ef5c-45b4-acda-6265fc8f6857" providerId="ADAL" clId="{61DB71DD-75C6-55C1-A9F9-951D5D5511E5}" dt="2026-02-13T09:32:27.842" v="10197" actId="1076"/>
          <ac:grpSpMkLst>
            <pc:docMk/>
            <pc:sldMk cId="3438500608" sldId="257"/>
            <ac:grpSpMk id="25" creationId="{03D86896-B20F-6583-2479-51BD9BE583B4}"/>
          </ac:grpSpMkLst>
        </pc:grpChg>
        <pc:grpChg chg="mod">
          <ac:chgData name="DANIEL YELAMOS DE LAS HERAS" userId="6d3a8e5f-ef5c-45b4-acda-6265fc8f6857" providerId="ADAL" clId="{61DB71DD-75C6-55C1-A9F9-951D5D5511E5}" dt="2026-02-15T12:17:00.341" v="13274" actId="207"/>
          <ac:grpSpMkLst>
            <pc:docMk/>
            <pc:sldMk cId="3438500608" sldId="257"/>
            <ac:grpSpMk id="29" creationId="{9E15A556-3746-9805-65B2-02BD195623E9}"/>
          </ac:grpSpMkLst>
        </pc:grpChg>
        <pc:grpChg chg="mod topLvl">
          <ac:chgData name="DANIEL YELAMOS DE LAS HERAS" userId="6d3a8e5f-ef5c-45b4-acda-6265fc8f6857" providerId="ADAL" clId="{61DB71DD-75C6-55C1-A9F9-951D5D5511E5}" dt="2026-02-13T12:43:18.843" v="11685" actId="1076"/>
          <ac:grpSpMkLst>
            <pc:docMk/>
            <pc:sldMk cId="3438500608" sldId="257"/>
            <ac:grpSpMk id="48" creationId="{98FE2331-E7B8-B982-5083-56026CF92E76}"/>
          </ac:grpSpMkLst>
        </pc:grpChg>
        <pc:grpChg chg="add mod">
          <ac:chgData name="DANIEL YELAMOS DE LAS HERAS" userId="6d3a8e5f-ef5c-45b4-acda-6265fc8f6857" providerId="ADAL" clId="{61DB71DD-75C6-55C1-A9F9-951D5D5511E5}" dt="2026-02-13T09:34:01.523" v="10239" actId="1076"/>
          <ac:grpSpMkLst>
            <pc:docMk/>
            <pc:sldMk cId="3438500608" sldId="257"/>
            <ac:grpSpMk id="71" creationId="{DAA56337-421A-87B7-9A93-A86EB2018643}"/>
          </ac:grpSpMkLst>
        </pc:grpChg>
        <pc:grpChg chg="mod">
          <ac:chgData name="DANIEL YELAMOS DE LAS HERAS" userId="6d3a8e5f-ef5c-45b4-acda-6265fc8f6857" providerId="ADAL" clId="{61DB71DD-75C6-55C1-A9F9-951D5D5511E5}" dt="2026-02-12T15:38:14.772" v="9395" actId="14100"/>
          <ac:grpSpMkLst>
            <pc:docMk/>
            <pc:sldMk cId="3438500608" sldId="257"/>
            <ac:grpSpMk id="80" creationId="{A4912A9B-FCB5-B395-83EF-8118FCF79675}"/>
          </ac:grpSpMkLst>
        </pc:grpChg>
        <pc:grpChg chg="mod topLvl">
          <ac:chgData name="DANIEL YELAMOS DE LAS HERAS" userId="6d3a8e5f-ef5c-45b4-acda-6265fc8f6857" providerId="ADAL" clId="{61DB71DD-75C6-55C1-A9F9-951D5D5511E5}" dt="2026-02-13T09:13:26.551" v="10121" actId="14100"/>
          <ac:grpSpMkLst>
            <pc:docMk/>
            <pc:sldMk cId="3438500608" sldId="257"/>
            <ac:grpSpMk id="93" creationId="{BDDCB6CD-9A6D-062C-620A-EE5233F79B7B}"/>
          </ac:grpSpMkLst>
        </pc:grpChg>
        <pc:grpChg chg="mod topLvl">
          <ac:chgData name="DANIEL YELAMOS DE LAS HERAS" userId="6d3a8e5f-ef5c-45b4-acda-6265fc8f6857" providerId="ADAL" clId="{61DB71DD-75C6-55C1-A9F9-951D5D5511E5}" dt="2026-02-13T13:25:25.598" v="12544" actId="1076"/>
          <ac:grpSpMkLst>
            <pc:docMk/>
            <pc:sldMk cId="3438500608" sldId="257"/>
            <ac:grpSpMk id="99" creationId="{D79E000D-2A51-3977-8936-6A93E88C3CEC}"/>
          </ac:grpSpMkLst>
        </pc:grpChg>
        <pc:grpChg chg="add mod">
          <ac:chgData name="DANIEL YELAMOS DE LAS HERAS" userId="6d3a8e5f-ef5c-45b4-acda-6265fc8f6857" providerId="ADAL" clId="{61DB71DD-75C6-55C1-A9F9-951D5D5511E5}" dt="2026-02-13T13:21:40.875" v="12480" actId="14100"/>
          <ac:grpSpMkLst>
            <pc:docMk/>
            <pc:sldMk cId="3438500608" sldId="257"/>
            <ac:grpSpMk id="105" creationId="{CB63C3A5-101D-E337-9B79-3899F28A053E}"/>
          </ac:grpSpMkLst>
        </pc:grpChg>
        <pc:grpChg chg="topLvl">
          <ac:chgData name="DANIEL YELAMOS DE LAS HERAS" userId="6d3a8e5f-ef5c-45b4-acda-6265fc8f6857" providerId="ADAL" clId="{61DB71DD-75C6-55C1-A9F9-951D5D5511E5}" dt="2026-02-13T10:09:11.268" v="11405" actId="165"/>
          <ac:grpSpMkLst>
            <pc:docMk/>
            <pc:sldMk cId="3438500608" sldId="257"/>
            <ac:grpSpMk id="113" creationId="{BF61E3E3-8F8C-72D1-0C44-6034A37B250F}"/>
          </ac:grpSpMkLst>
        </pc:grpChg>
        <pc:grpChg chg="add mod">
          <ac:chgData name="DANIEL YELAMOS DE LAS HERAS" userId="6d3a8e5f-ef5c-45b4-acda-6265fc8f6857" providerId="ADAL" clId="{61DB71DD-75C6-55C1-A9F9-951D5D5511E5}" dt="2026-02-13T13:35:13.022" v="13102"/>
          <ac:grpSpMkLst>
            <pc:docMk/>
            <pc:sldMk cId="3438500608" sldId="257"/>
            <ac:grpSpMk id="115" creationId="{4F4FC978-610F-0ED8-E6EC-50B953F99F5F}"/>
          </ac:grpSpMkLst>
        </pc:grpChg>
        <pc:grpChg chg="mod">
          <ac:chgData name="DANIEL YELAMOS DE LAS HERAS" userId="6d3a8e5f-ef5c-45b4-acda-6265fc8f6857" providerId="ADAL" clId="{61DB71DD-75C6-55C1-A9F9-951D5D5511E5}" dt="2026-02-13T13:35:13.022" v="13102"/>
          <ac:grpSpMkLst>
            <pc:docMk/>
            <pc:sldMk cId="3438500608" sldId="257"/>
            <ac:grpSpMk id="119" creationId="{0A42B337-11BE-372B-8054-288506E2C14D}"/>
          </ac:grpSpMkLst>
        </pc:grpChg>
        <pc:grpChg chg="mod">
          <ac:chgData name="DANIEL YELAMOS DE LAS HERAS" userId="6d3a8e5f-ef5c-45b4-acda-6265fc8f6857" providerId="ADAL" clId="{61DB71DD-75C6-55C1-A9F9-951D5D5511E5}" dt="2026-02-12T15:38:27.005" v="9397" actId="1076"/>
          <ac:grpSpMkLst>
            <pc:docMk/>
            <pc:sldMk cId="3438500608" sldId="257"/>
            <ac:grpSpMk id="166" creationId="{5718DB5A-C3CF-E15C-3675-EE8135FAF301}"/>
          </ac:grpSpMkLst>
        </pc:grpChg>
        <pc:grpChg chg="mod">
          <ac:chgData name="DANIEL YELAMOS DE LAS HERAS" userId="6d3a8e5f-ef5c-45b4-acda-6265fc8f6857" providerId="ADAL" clId="{61DB71DD-75C6-55C1-A9F9-951D5D5511E5}" dt="2026-02-13T09:26:31.272" v="10157" actId="1037"/>
          <ac:grpSpMkLst>
            <pc:docMk/>
            <pc:sldMk cId="3438500608" sldId="257"/>
            <ac:grpSpMk id="179" creationId="{3E1CC1D1-3001-66A3-3878-316527AEFBB3}"/>
          </ac:grpSpMkLst>
        </pc:grpChg>
        <pc:picChg chg="mod">
          <ac:chgData name="DANIEL YELAMOS DE LAS HERAS" userId="6d3a8e5f-ef5c-45b4-acda-6265fc8f6857" providerId="ADAL" clId="{61DB71DD-75C6-55C1-A9F9-951D5D5511E5}" dt="2026-02-15T12:13:41.511" v="13147" actId="207"/>
          <ac:picMkLst>
            <pc:docMk/>
            <pc:sldMk cId="3438500608" sldId="257"/>
            <ac:picMk id="15" creationId="{34C2EB97-88AE-2003-D13A-982AD3045084}"/>
          </ac:picMkLst>
        </pc:picChg>
        <pc:picChg chg="add mod modCrop">
          <ac:chgData name="DANIEL YELAMOS DE LAS HERAS" userId="6d3a8e5f-ef5c-45b4-acda-6265fc8f6857" providerId="ADAL" clId="{61DB71DD-75C6-55C1-A9F9-951D5D5511E5}" dt="2026-02-15T12:22:13.765" v="13816" actId="2085"/>
          <ac:picMkLst>
            <pc:docMk/>
            <pc:sldMk cId="3438500608" sldId="257"/>
            <ac:picMk id="60" creationId="{51293440-3963-5F82-182D-1D1C3FCE65F2}"/>
          </ac:picMkLst>
        </pc:picChg>
        <pc:picChg chg="add mod modCrop">
          <ac:chgData name="DANIEL YELAMOS DE LAS HERAS" userId="6d3a8e5f-ef5c-45b4-acda-6265fc8f6857" providerId="ADAL" clId="{61DB71DD-75C6-55C1-A9F9-951D5D5511E5}" dt="2026-02-15T12:22:13.765" v="13816" actId="2085"/>
          <ac:picMkLst>
            <pc:docMk/>
            <pc:sldMk cId="3438500608" sldId="257"/>
            <ac:picMk id="63" creationId="{4C5D4F60-3A0E-BF17-F2AF-F3C28AB82EB5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64" creationId="{2F5F227A-94F6-C931-C1FD-112678E02828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65" creationId="{11E32D5D-159B-315F-C52D-2437F22B9288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66" creationId="{52D73595-89F4-940F-63D0-98A48B49B8A7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73" creationId="{A3C0116C-E1AE-659D-0C3D-EAFDADB5BF71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75" creationId="{F4715DDD-F86F-1FB5-E199-E78BFB7948CE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76" creationId="{D42725B7-5AA8-02C8-6548-5DD6385F283D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87" creationId="{DE16EA2E-FF5D-9F22-0164-982C4283934C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88" creationId="{EC9CDFF2-222C-867B-9725-10DB758FFBC0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89" creationId="{C4D242B4-97E2-62B4-754B-04DA0499835B}"/>
          </ac:picMkLst>
        </pc:picChg>
        <pc:picChg chg="mod">
          <ac:chgData name="DANIEL YELAMOS DE LAS HERAS" userId="6d3a8e5f-ef5c-45b4-acda-6265fc8f6857" providerId="ADAL" clId="{61DB71DD-75C6-55C1-A9F9-951D5D5511E5}" dt="2026-02-15T12:22:19.173" v="13818" actId="2085"/>
          <ac:picMkLst>
            <pc:docMk/>
            <pc:sldMk cId="3438500608" sldId="257"/>
            <ac:picMk id="90" creationId="{0605B1B9-0F24-9164-C435-CB6C5DDA64EB}"/>
          </ac:picMkLst>
        </pc:picChg>
        <pc:picChg chg="mod">
          <ac:chgData name="DANIEL YELAMOS DE LAS HERAS" userId="6d3a8e5f-ef5c-45b4-acda-6265fc8f6857" providerId="ADAL" clId="{61DB71DD-75C6-55C1-A9F9-951D5D5511E5}" dt="2026-02-13T10:14:13.384" v="11498" actId="2085"/>
          <ac:picMkLst>
            <pc:docMk/>
            <pc:sldMk cId="3438500608" sldId="257"/>
            <ac:picMk id="124" creationId="{147B6A2E-A033-342C-9EB6-7BA217FA1D25}"/>
          </ac:picMkLst>
        </pc:picChg>
        <pc:picChg chg="mod">
          <ac:chgData name="DANIEL YELAMOS DE LAS HERAS" userId="6d3a8e5f-ef5c-45b4-acda-6265fc8f6857" providerId="ADAL" clId="{61DB71DD-75C6-55C1-A9F9-951D5D5511E5}" dt="2026-02-13T10:14:13.384" v="11498" actId="2085"/>
          <ac:picMkLst>
            <pc:docMk/>
            <pc:sldMk cId="3438500608" sldId="257"/>
            <ac:picMk id="126" creationId="{54E8CDA4-BC4E-13A3-6DE3-39DE5AD9B369}"/>
          </ac:picMkLst>
        </pc:picChg>
        <pc:picChg chg="mod">
          <ac:chgData name="DANIEL YELAMOS DE LAS HERAS" userId="6d3a8e5f-ef5c-45b4-acda-6265fc8f6857" providerId="ADAL" clId="{61DB71DD-75C6-55C1-A9F9-951D5D5511E5}" dt="2026-02-13T10:14:13.384" v="11498" actId="2085"/>
          <ac:picMkLst>
            <pc:docMk/>
            <pc:sldMk cId="3438500608" sldId="257"/>
            <ac:picMk id="128" creationId="{73F1B52D-6CAD-39D0-50BD-ADDC6F9777C2}"/>
          </ac:picMkLst>
        </pc:picChg>
        <pc:picChg chg="mod modCrop">
          <ac:chgData name="DANIEL YELAMOS DE LAS HERAS" userId="6d3a8e5f-ef5c-45b4-acda-6265fc8f6857" providerId="ADAL" clId="{61DB71DD-75C6-55C1-A9F9-951D5D5511E5}" dt="2026-02-15T12:22:02.504" v="13814" actId="2085"/>
          <ac:picMkLst>
            <pc:docMk/>
            <pc:sldMk cId="3438500608" sldId="257"/>
            <ac:picMk id="152" creationId="{D635BFDA-F100-B2FB-4FF5-5C8B63A30728}"/>
          </ac:picMkLst>
        </pc:picChg>
        <pc:picChg chg="mod modCrop">
          <ac:chgData name="DANIEL YELAMOS DE LAS HERAS" userId="6d3a8e5f-ef5c-45b4-acda-6265fc8f6857" providerId="ADAL" clId="{61DB71DD-75C6-55C1-A9F9-951D5D5511E5}" dt="2026-02-15T12:23:36.129" v="13842" actId="108"/>
          <ac:picMkLst>
            <pc:docMk/>
            <pc:sldMk cId="3438500608" sldId="257"/>
            <ac:picMk id="154" creationId="{25383946-44DE-EE75-DE23-D7F64906C207}"/>
          </ac:picMkLst>
        </pc:picChg>
        <pc:picChg chg="mod modCrop">
          <ac:chgData name="DANIEL YELAMOS DE LAS HERAS" userId="6d3a8e5f-ef5c-45b4-acda-6265fc8f6857" providerId="ADAL" clId="{61DB71DD-75C6-55C1-A9F9-951D5D5511E5}" dt="2026-02-13T13:23:49.682" v="12521" actId="14100"/>
          <ac:picMkLst>
            <pc:docMk/>
            <pc:sldMk cId="3438500608" sldId="257"/>
            <ac:picMk id="158" creationId="{31839A0B-9E27-D3D3-CA0D-06E8E6759810}"/>
          </ac:picMkLst>
        </pc:picChg>
        <pc:picChg chg="mod modCrop">
          <ac:chgData name="DANIEL YELAMOS DE LAS HERAS" userId="6d3a8e5f-ef5c-45b4-acda-6265fc8f6857" providerId="ADAL" clId="{61DB71DD-75C6-55C1-A9F9-951D5D5511E5}" dt="2026-02-15T12:22:02.504" v="13814" actId="2085"/>
          <ac:picMkLst>
            <pc:docMk/>
            <pc:sldMk cId="3438500608" sldId="257"/>
            <ac:picMk id="162" creationId="{0A4568C1-9F06-9A3A-3229-4940837E6587}"/>
          </ac:picMkLst>
        </pc:picChg>
        <pc:picChg chg="mod">
          <ac:chgData name="DANIEL YELAMOS DE LAS HERAS" userId="6d3a8e5f-ef5c-45b4-acda-6265fc8f6857" providerId="ADAL" clId="{61DB71DD-75C6-55C1-A9F9-951D5D5511E5}" dt="2026-02-13T09:27:34.162" v="10181" actId="1076"/>
          <ac:picMkLst>
            <pc:docMk/>
            <pc:sldMk cId="3438500608" sldId="257"/>
            <ac:picMk id="189" creationId="{B35C29DD-1460-9E0D-9CB9-07676C173140}"/>
          </ac:picMkLst>
        </pc:picChg>
      </pc:sldChg>
      <pc:sldChg chg="addSp delSp modSp add mod setBg">
        <pc:chgData name="DANIEL YELAMOS DE LAS HERAS" userId="6d3a8e5f-ef5c-45b4-acda-6265fc8f6857" providerId="ADAL" clId="{61DB71DD-75C6-55C1-A9F9-951D5D5511E5}" dt="2026-02-17T10:16:10.067" v="15686" actId="1035"/>
        <pc:sldMkLst>
          <pc:docMk/>
          <pc:sldMk cId="1001803894" sldId="258"/>
        </pc:sldMkLst>
        <pc:spChg chg="mod">
          <ac:chgData name="DANIEL YELAMOS DE LAS HERAS" userId="6d3a8e5f-ef5c-45b4-acda-6265fc8f6857" providerId="ADAL" clId="{61DB71DD-75C6-55C1-A9F9-951D5D5511E5}" dt="2026-02-15T20:54:39.276" v="15593" actId="58"/>
          <ac:spMkLst>
            <pc:docMk/>
            <pc:sldMk cId="1001803894" sldId="258"/>
            <ac:spMk id="3" creationId="{D6A727AD-7BD8-542E-897F-931774D63FC6}"/>
          </ac:spMkLst>
        </pc:spChg>
        <pc:spChg chg="add mod">
          <ac:chgData name="DANIEL YELAMOS DE LAS HERAS" userId="6d3a8e5f-ef5c-45b4-acda-6265fc8f6857" providerId="ADAL" clId="{61DB71DD-75C6-55C1-A9F9-951D5D5511E5}" dt="2026-02-15T18:45:01.717" v="14284" actId="1035"/>
          <ac:spMkLst>
            <pc:docMk/>
            <pc:sldMk cId="1001803894" sldId="258"/>
            <ac:spMk id="4" creationId="{FA89108A-6A1E-4A61-609A-60F0951510C1}"/>
          </ac:spMkLst>
        </pc:spChg>
        <pc:spChg chg="mod">
          <ac:chgData name="DANIEL YELAMOS DE LAS HERAS" userId="6d3a8e5f-ef5c-45b4-acda-6265fc8f6857" providerId="ADAL" clId="{61DB71DD-75C6-55C1-A9F9-951D5D5511E5}" dt="2026-02-15T20:07:48.009" v="15098" actId="1035"/>
          <ac:spMkLst>
            <pc:docMk/>
            <pc:sldMk cId="1001803894" sldId="258"/>
            <ac:spMk id="5" creationId="{A7AB0814-399A-9EC2-DD1D-DF73F4AED4A3}"/>
          </ac:spMkLst>
        </pc:spChg>
        <pc:spChg chg="mod">
          <ac:chgData name="DANIEL YELAMOS DE LAS HERAS" userId="6d3a8e5f-ef5c-45b4-acda-6265fc8f6857" providerId="ADAL" clId="{61DB71DD-75C6-55C1-A9F9-951D5D5511E5}" dt="2026-02-15T20:54:36.029" v="15592" actId="58"/>
          <ac:spMkLst>
            <pc:docMk/>
            <pc:sldMk cId="1001803894" sldId="258"/>
            <ac:spMk id="8" creationId="{7BED6E13-05E6-F95D-D477-3FCA3602F438}"/>
          </ac:spMkLst>
        </pc:spChg>
        <pc:spChg chg="add mod">
          <ac:chgData name="DANIEL YELAMOS DE LAS HERAS" userId="6d3a8e5f-ef5c-45b4-acda-6265fc8f6857" providerId="ADAL" clId="{61DB71DD-75C6-55C1-A9F9-951D5D5511E5}" dt="2026-02-15T19:14:36.774" v="14364" actId="1076"/>
          <ac:spMkLst>
            <pc:docMk/>
            <pc:sldMk cId="1001803894" sldId="258"/>
            <ac:spMk id="9" creationId="{1BC0B9F8-9752-26E8-F8A2-E2A7ACA7C3DE}"/>
          </ac:spMkLst>
        </pc:spChg>
        <pc:spChg chg="add mod">
          <ac:chgData name="DANIEL YELAMOS DE LAS HERAS" userId="6d3a8e5f-ef5c-45b4-acda-6265fc8f6857" providerId="ADAL" clId="{61DB71DD-75C6-55C1-A9F9-951D5D5511E5}" dt="2026-02-15T20:28:12.157" v="15395" actId="1035"/>
          <ac:spMkLst>
            <pc:docMk/>
            <pc:sldMk cId="1001803894" sldId="258"/>
            <ac:spMk id="10" creationId="{96D6F818-A602-BB1F-B68E-D34FE06A0E20}"/>
          </ac:spMkLst>
        </pc:spChg>
        <pc:spChg chg="mod">
          <ac:chgData name="DANIEL YELAMOS DE LAS HERAS" userId="6d3a8e5f-ef5c-45b4-acda-6265fc8f6857" providerId="ADAL" clId="{61DB71DD-75C6-55C1-A9F9-951D5D5511E5}" dt="2026-02-15T20:44:37.406" v="15480" actId="1076"/>
          <ac:spMkLst>
            <pc:docMk/>
            <pc:sldMk cId="1001803894" sldId="258"/>
            <ac:spMk id="14" creationId="{82EC9AA3-34D6-BDF3-DE9D-27D84D73E0D4}"/>
          </ac:spMkLst>
        </pc:spChg>
        <pc:spChg chg="add mod">
          <ac:chgData name="DANIEL YELAMOS DE LAS HERAS" userId="6d3a8e5f-ef5c-45b4-acda-6265fc8f6857" providerId="ADAL" clId="{61DB71DD-75C6-55C1-A9F9-951D5D5511E5}" dt="2026-02-15T19:52:01.630" v="15023" actId="1035"/>
          <ac:spMkLst>
            <pc:docMk/>
            <pc:sldMk cId="1001803894" sldId="258"/>
            <ac:spMk id="27" creationId="{DE98927A-17BE-7E50-305E-0A688A17B250}"/>
          </ac:spMkLst>
        </pc:spChg>
        <pc:spChg chg="add mod">
          <ac:chgData name="DANIEL YELAMOS DE LAS HERAS" userId="6d3a8e5f-ef5c-45b4-acda-6265fc8f6857" providerId="ADAL" clId="{61DB71DD-75C6-55C1-A9F9-951D5D5511E5}" dt="2026-02-15T20:59:56.673" v="15617" actId="14100"/>
          <ac:spMkLst>
            <pc:docMk/>
            <pc:sldMk cId="1001803894" sldId="258"/>
            <ac:spMk id="28" creationId="{46EF1CC6-6D14-7A49-45B8-97285E574DA4}"/>
          </ac:spMkLst>
        </pc:spChg>
        <pc:spChg chg="mod topLvl">
          <ac:chgData name="DANIEL YELAMOS DE LAS HERAS" userId="6d3a8e5f-ef5c-45b4-acda-6265fc8f6857" providerId="ADAL" clId="{61DB71DD-75C6-55C1-A9F9-951D5D5511E5}" dt="2026-02-15T19:23:03.525" v="14587" actId="207"/>
          <ac:spMkLst>
            <pc:docMk/>
            <pc:sldMk cId="1001803894" sldId="258"/>
            <ac:spMk id="30" creationId="{9648DD73-1336-FF46-AAA8-EBA35768663A}"/>
          </ac:spMkLst>
        </pc:spChg>
        <pc:spChg chg="mod topLvl">
          <ac:chgData name="DANIEL YELAMOS DE LAS HERAS" userId="6d3a8e5f-ef5c-45b4-acda-6265fc8f6857" providerId="ADAL" clId="{61DB71DD-75C6-55C1-A9F9-951D5D5511E5}" dt="2026-02-15T20:10:10.236" v="15171" actId="1038"/>
          <ac:spMkLst>
            <pc:docMk/>
            <pc:sldMk cId="1001803894" sldId="258"/>
            <ac:spMk id="31" creationId="{A8E5F876-B67A-5DBA-29BA-39358B88CFAC}"/>
          </ac:spMkLst>
        </pc:spChg>
        <pc:spChg chg="mod topLvl">
          <ac:chgData name="DANIEL YELAMOS DE LAS HERAS" userId="6d3a8e5f-ef5c-45b4-acda-6265fc8f6857" providerId="ADAL" clId="{61DB71DD-75C6-55C1-A9F9-951D5D5511E5}" dt="2026-02-15T21:07:49.297" v="15668" actId="113"/>
          <ac:spMkLst>
            <pc:docMk/>
            <pc:sldMk cId="1001803894" sldId="258"/>
            <ac:spMk id="32" creationId="{4E8068A6-BAA8-37F7-5A65-F2C212944E09}"/>
          </ac:spMkLst>
        </pc:spChg>
        <pc:spChg chg="mod topLvl">
          <ac:chgData name="DANIEL YELAMOS DE LAS HERAS" userId="6d3a8e5f-ef5c-45b4-acda-6265fc8f6857" providerId="ADAL" clId="{61DB71DD-75C6-55C1-A9F9-951D5D5511E5}" dt="2026-02-15T19:37:10.933" v="14903" actId="14100"/>
          <ac:spMkLst>
            <pc:docMk/>
            <pc:sldMk cId="1001803894" sldId="258"/>
            <ac:spMk id="35" creationId="{D9296CFE-2651-45E2-54E5-44FAD3A015E3}"/>
          </ac:spMkLst>
        </pc:spChg>
        <pc:spChg chg="mod topLvl">
          <ac:chgData name="DANIEL YELAMOS DE LAS HERAS" userId="6d3a8e5f-ef5c-45b4-acda-6265fc8f6857" providerId="ADAL" clId="{61DB71DD-75C6-55C1-A9F9-951D5D5511E5}" dt="2026-02-15T20:58:09.405" v="15611" actId="14100"/>
          <ac:spMkLst>
            <pc:docMk/>
            <pc:sldMk cId="1001803894" sldId="258"/>
            <ac:spMk id="36" creationId="{68B3E800-1433-A57C-EEEE-E4E222B5A4FB}"/>
          </ac:spMkLst>
        </pc:spChg>
        <pc:spChg chg="mod topLvl">
          <ac:chgData name="DANIEL YELAMOS DE LAS HERAS" userId="6d3a8e5f-ef5c-45b4-acda-6265fc8f6857" providerId="ADAL" clId="{61DB71DD-75C6-55C1-A9F9-951D5D5511E5}" dt="2026-02-15T19:58:04.818" v="15026" actId="1036"/>
          <ac:spMkLst>
            <pc:docMk/>
            <pc:sldMk cId="1001803894" sldId="258"/>
            <ac:spMk id="37" creationId="{C61B4C9E-AE5C-36C4-EE7A-A007F00AB471}"/>
          </ac:spMkLst>
        </pc:spChg>
        <pc:spChg chg="add mod">
          <ac:chgData name="DANIEL YELAMOS DE LAS HERAS" userId="6d3a8e5f-ef5c-45b4-acda-6265fc8f6857" providerId="ADAL" clId="{61DB71DD-75C6-55C1-A9F9-951D5D5511E5}" dt="2026-02-15T19:29:42.284" v="14834" actId="207"/>
          <ac:spMkLst>
            <pc:docMk/>
            <pc:sldMk cId="1001803894" sldId="258"/>
            <ac:spMk id="38" creationId="{A6A8EE57-195A-A523-71FF-AF73C454801F}"/>
          </ac:spMkLst>
        </pc:spChg>
        <pc:spChg chg="add mod">
          <ac:chgData name="DANIEL YELAMOS DE LAS HERAS" userId="6d3a8e5f-ef5c-45b4-acda-6265fc8f6857" providerId="ADAL" clId="{61DB71DD-75C6-55C1-A9F9-951D5D5511E5}" dt="2026-02-15T20:13:04.298" v="15311" actId="14100"/>
          <ac:spMkLst>
            <pc:docMk/>
            <pc:sldMk cId="1001803894" sldId="258"/>
            <ac:spMk id="39" creationId="{B5B9E968-D426-916C-8D88-E3F80F2197DB}"/>
          </ac:spMkLst>
        </pc:spChg>
        <pc:spChg chg="add mod">
          <ac:chgData name="DANIEL YELAMOS DE LAS HERAS" userId="6d3a8e5f-ef5c-45b4-acda-6265fc8f6857" providerId="ADAL" clId="{61DB71DD-75C6-55C1-A9F9-951D5D5511E5}" dt="2026-02-15T20:28:12.157" v="15395" actId="1035"/>
          <ac:spMkLst>
            <pc:docMk/>
            <pc:sldMk cId="1001803894" sldId="258"/>
            <ac:spMk id="40" creationId="{B3CFC788-40D9-DAFC-D2D7-9B86055B49F3}"/>
          </ac:spMkLst>
        </pc:spChg>
        <pc:spChg chg="add del mod">
          <ac:chgData name="DANIEL YELAMOS DE LAS HERAS" userId="6d3a8e5f-ef5c-45b4-acda-6265fc8f6857" providerId="ADAL" clId="{61DB71DD-75C6-55C1-A9F9-951D5D5511E5}" dt="2026-02-16T09:12:34.763" v="15683" actId="20577"/>
          <ac:spMkLst>
            <pc:docMk/>
            <pc:sldMk cId="1001803894" sldId="258"/>
            <ac:spMk id="41" creationId="{960FBD00-2396-EDEC-DC54-EEE4B180F591}"/>
          </ac:spMkLst>
        </pc:spChg>
        <pc:spChg chg="add mod">
          <ac:chgData name="DANIEL YELAMOS DE LAS HERAS" userId="6d3a8e5f-ef5c-45b4-acda-6265fc8f6857" providerId="ADAL" clId="{61DB71DD-75C6-55C1-A9F9-951D5D5511E5}" dt="2026-02-15T20:45:21.284" v="15484" actId="114"/>
          <ac:spMkLst>
            <pc:docMk/>
            <pc:sldMk cId="1001803894" sldId="258"/>
            <ac:spMk id="43" creationId="{60FA7818-B86F-8ED5-BECF-A53EB8A136CA}"/>
          </ac:spMkLst>
        </pc:spChg>
        <pc:spChg chg="add mod">
          <ac:chgData name="DANIEL YELAMOS DE LAS HERAS" userId="6d3a8e5f-ef5c-45b4-acda-6265fc8f6857" providerId="ADAL" clId="{61DB71DD-75C6-55C1-A9F9-951D5D5511E5}" dt="2026-02-15T20:45:26.084" v="15486" actId="114"/>
          <ac:spMkLst>
            <pc:docMk/>
            <pc:sldMk cId="1001803894" sldId="258"/>
            <ac:spMk id="44" creationId="{398E6532-27B3-B7BA-BBF9-3AA176F6F6BE}"/>
          </ac:spMkLst>
        </pc:spChg>
        <pc:spChg chg="add mod">
          <ac:chgData name="DANIEL YELAMOS DE LAS HERAS" userId="6d3a8e5f-ef5c-45b4-acda-6265fc8f6857" providerId="ADAL" clId="{61DB71DD-75C6-55C1-A9F9-951D5D5511E5}" dt="2026-02-15T20:45:29.365" v="15488" actId="114"/>
          <ac:spMkLst>
            <pc:docMk/>
            <pc:sldMk cId="1001803894" sldId="258"/>
            <ac:spMk id="45" creationId="{E9ECBC59-5EAF-5308-5525-22077D80E1F9}"/>
          </ac:spMkLst>
        </pc:spChg>
        <pc:spChg chg="mod topLvl">
          <ac:chgData name="DANIEL YELAMOS DE LAS HERAS" userId="6d3a8e5f-ef5c-45b4-acda-6265fc8f6857" providerId="ADAL" clId="{61DB71DD-75C6-55C1-A9F9-951D5D5511E5}" dt="2026-02-15T18:38:57.186" v="14193" actId="165"/>
          <ac:spMkLst>
            <pc:docMk/>
            <pc:sldMk cId="1001803894" sldId="258"/>
            <ac:spMk id="46" creationId="{49C54D05-C1AB-B3AD-FE66-D7CD266FC705}"/>
          </ac:spMkLst>
        </pc:spChg>
        <pc:spChg chg="mod topLvl">
          <ac:chgData name="DANIEL YELAMOS DE LAS HERAS" userId="6d3a8e5f-ef5c-45b4-acda-6265fc8f6857" providerId="ADAL" clId="{61DB71DD-75C6-55C1-A9F9-951D5D5511E5}" dt="2026-02-15T21:10:57.025" v="15680" actId="113"/>
          <ac:spMkLst>
            <pc:docMk/>
            <pc:sldMk cId="1001803894" sldId="258"/>
            <ac:spMk id="47" creationId="{E4E09275-25B6-F3BD-B645-4E26ED04B4E4}"/>
          </ac:spMkLst>
        </pc:spChg>
        <pc:spChg chg="mod topLvl">
          <ac:chgData name="DANIEL YELAMOS DE LAS HERAS" userId="6d3a8e5f-ef5c-45b4-acda-6265fc8f6857" providerId="ADAL" clId="{61DB71DD-75C6-55C1-A9F9-951D5D5511E5}" dt="2026-02-15T21:09:38.010" v="15679" actId="113"/>
          <ac:spMkLst>
            <pc:docMk/>
            <pc:sldMk cId="1001803894" sldId="258"/>
            <ac:spMk id="51" creationId="{372119EB-4273-6FBB-E226-7D16FF449E41}"/>
          </ac:spMkLst>
        </pc:spChg>
        <pc:spChg chg="mod">
          <ac:chgData name="DANIEL YELAMOS DE LAS HERAS" userId="6d3a8e5f-ef5c-45b4-acda-6265fc8f6857" providerId="ADAL" clId="{61DB71DD-75C6-55C1-A9F9-951D5D5511E5}" dt="2026-02-15T12:31:46.687" v="13945" actId="1076"/>
          <ac:spMkLst>
            <pc:docMk/>
            <pc:sldMk cId="1001803894" sldId="258"/>
            <ac:spMk id="55" creationId="{16528C70-83C1-3F07-91F8-355E9DA0833D}"/>
          </ac:spMkLst>
        </pc:spChg>
        <pc:spChg chg="add mod">
          <ac:chgData name="DANIEL YELAMOS DE LAS HERAS" userId="6d3a8e5f-ef5c-45b4-acda-6265fc8f6857" providerId="ADAL" clId="{61DB71DD-75C6-55C1-A9F9-951D5D5511E5}" dt="2026-02-15T20:16:51.314" v="15367" actId="404"/>
          <ac:spMkLst>
            <pc:docMk/>
            <pc:sldMk cId="1001803894" sldId="258"/>
            <ac:spMk id="81" creationId="{EE1C8540-D603-E8CA-1C1A-8A801CDF3CC6}"/>
          </ac:spMkLst>
        </pc:spChg>
        <pc:spChg chg="add mod">
          <ac:chgData name="DANIEL YELAMOS DE LAS HERAS" userId="6d3a8e5f-ef5c-45b4-acda-6265fc8f6857" providerId="ADAL" clId="{61DB71DD-75C6-55C1-A9F9-951D5D5511E5}" dt="2026-02-15T20:16:49.281" v="15366" actId="404"/>
          <ac:spMkLst>
            <pc:docMk/>
            <pc:sldMk cId="1001803894" sldId="258"/>
            <ac:spMk id="82" creationId="{B5F151D5-1F3C-8935-B4AC-E1D4798D0B9B}"/>
          </ac:spMkLst>
        </pc:spChg>
        <pc:spChg chg="mod">
          <ac:chgData name="DANIEL YELAMOS DE LAS HERAS" userId="6d3a8e5f-ef5c-45b4-acda-6265fc8f6857" providerId="ADAL" clId="{61DB71DD-75C6-55C1-A9F9-951D5D5511E5}" dt="2026-02-15T12:34:27.371" v="13978" actId="1076"/>
          <ac:spMkLst>
            <pc:docMk/>
            <pc:sldMk cId="1001803894" sldId="258"/>
            <ac:spMk id="83" creationId="{4C84B80A-1477-C4C6-5BB9-1D42E62B65D9}"/>
          </ac:spMkLst>
        </pc:spChg>
        <pc:spChg chg="mod">
          <ac:chgData name="DANIEL YELAMOS DE LAS HERAS" userId="6d3a8e5f-ef5c-45b4-acda-6265fc8f6857" providerId="ADAL" clId="{61DB71DD-75C6-55C1-A9F9-951D5D5511E5}" dt="2026-02-15T12:34:23.621" v="13977" actId="1076"/>
          <ac:spMkLst>
            <pc:docMk/>
            <pc:sldMk cId="1001803894" sldId="258"/>
            <ac:spMk id="85" creationId="{73E3B4DE-1E90-7B31-90B0-84DD70695954}"/>
          </ac:spMkLst>
        </pc:spChg>
        <pc:spChg chg="mod topLvl">
          <ac:chgData name="DANIEL YELAMOS DE LAS HERAS" userId="6d3a8e5f-ef5c-45b4-acda-6265fc8f6857" providerId="ADAL" clId="{61DB71DD-75C6-55C1-A9F9-951D5D5511E5}" dt="2026-02-15T21:12:11.255" v="15682" actId="113"/>
          <ac:spMkLst>
            <pc:docMk/>
            <pc:sldMk cId="1001803894" sldId="258"/>
            <ac:spMk id="91" creationId="{A2CB5530-981D-9E12-F3EF-E05368A230ED}"/>
          </ac:spMkLst>
        </pc:spChg>
        <pc:spChg chg="mod topLvl">
          <ac:chgData name="DANIEL YELAMOS DE LAS HERAS" userId="6d3a8e5f-ef5c-45b4-acda-6265fc8f6857" providerId="ADAL" clId="{61DB71DD-75C6-55C1-A9F9-951D5D5511E5}" dt="2026-02-17T10:16:10.067" v="15686" actId="1035"/>
          <ac:spMkLst>
            <pc:docMk/>
            <pc:sldMk cId="1001803894" sldId="258"/>
            <ac:spMk id="96" creationId="{EA24867C-6903-2F62-A1D7-12F292CE206F}"/>
          </ac:spMkLst>
        </pc:spChg>
        <pc:spChg chg="mod">
          <ac:chgData name="DANIEL YELAMOS DE LAS HERAS" userId="6d3a8e5f-ef5c-45b4-acda-6265fc8f6857" providerId="ADAL" clId="{61DB71DD-75C6-55C1-A9F9-951D5D5511E5}" dt="2026-02-15T19:36:48.020" v="14899" actId="14100"/>
          <ac:spMkLst>
            <pc:docMk/>
            <pc:sldMk cId="1001803894" sldId="258"/>
            <ac:spMk id="103" creationId="{6EDC624C-53B6-F6F8-396E-03C2BD84DA3A}"/>
          </ac:spMkLst>
        </pc:spChg>
        <pc:spChg chg="mod">
          <ac:chgData name="DANIEL YELAMOS DE LAS HERAS" userId="6d3a8e5f-ef5c-45b4-acda-6265fc8f6857" providerId="ADAL" clId="{61DB71DD-75C6-55C1-A9F9-951D5D5511E5}" dt="2026-02-15T20:48:00.395" v="15542" actId="1076"/>
          <ac:spMkLst>
            <pc:docMk/>
            <pc:sldMk cId="1001803894" sldId="258"/>
            <ac:spMk id="114" creationId="{0F4BE9F4-D594-2899-096B-C3CC5AA40377}"/>
          </ac:spMkLst>
        </pc:spChg>
        <pc:spChg chg="mod">
          <ac:chgData name="DANIEL YELAMOS DE LAS HERAS" userId="6d3a8e5f-ef5c-45b4-acda-6265fc8f6857" providerId="ADAL" clId="{61DB71DD-75C6-55C1-A9F9-951D5D5511E5}" dt="2026-02-15T19:36:53.152" v="14900" actId="14100"/>
          <ac:spMkLst>
            <pc:docMk/>
            <pc:sldMk cId="1001803894" sldId="258"/>
            <ac:spMk id="120" creationId="{D44E55DF-962E-EF21-D21B-455D90C5FA47}"/>
          </ac:spMkLst>
        </pc:spChg>
        <pc:spChg chg="add mod">
          <ac:chgData name="DANIEL YELAMOS DE LAS HERAS" userId="6d3a8e5f-ef5c-45b4-acda-6265fc8f6857" providerId="ADAL" clId="{61DB71DD-75C6-55C1-A9F9-951D5D5511E5}" dt="2026-02-15T20:45:01.500" v="15482" actId="692"/>
          <ac:spMkLst>
            <pc:docMk/>
            <pc:sldMk cId="1001803894" sldId="258"/>
            <ac:spMk id="130" creationId="{EBEA48AE-6E53-1424-6E5A-8C59B4D8E4E5}"/>
          </ac:spMkLst>
        </pc:spChg>
        <pc:spChg chg="add mod">
          <ac:chgData name="DANIEL YELAMOS DE LAS HERAS" userId="6d3a8e5f-ef5c-45b4-acda-6265fc8f6857" providerId="ADAL" clId="{61DB71DD-75C6-55C1-A9F9-951D5D5511E5}" dt="2026-02-15T20:45:49.273" v="15493" actId="20577"/>
          <ac:spMkLst>
            <pc:docMk/>
            <pc:sldMk cId="1001803894" sldId="258"/>
            <ac:spMk id="131" creationId="{A2ADC656-B566-18D8-E634-0EC6EA2DFF7B}"/>
          </ac:spMkLst>
        </pc:spChg>
        <pc:spChg chg="add mod">
          <ac:chgData name="DANIEL YELAMOS DE LAS HERAS" userId="6d3a8e5f-ef5c-45b4-acda-6265fc8f6857" providerId="ADAL" clId="{61DB71DD-75C6-55C1-A9F9-951D5D5511E5}" dt="2026-02-15T20:46:04.694" v="15496" actId="1076"/>
          <ac:spMkLst>
            <pc:docMk/>
            <pc:sldMk cId="1001803894" sldId="258"/>
            <ac:spMk id="133" creationId="{4F7F450E-1A3B-A6C3-E14C-DE785E1F2E6D}"/>
          </ac:spMkLst>
        </pc:spChg>
        <pc:spChg chg="add mod">
          <ac:chgData name="DANIEL YELAMOS DE LAS HERAS" userId="6d3a8e5f-ef5c-45b4-acda-6265fc8f6857" providerId="ADAL" clId="{61DB71DD-75C6-55C1-A9F9-951D5D5511E5}" dt="2026-02-15T20:46:25.428" v="15503" actId="1076"/>
          <ac:spMkLst>
            <pc:docMk/>
            <pc:sldMk cId="1001803894" sldId="258"/>
            <ac:spMk id="134" creationId="{7F5CC00C-4574-35A7-8E18-BCEFD84F249F}"/>
          </ac:spMkLst>
        </pc:spChg>
        <pc:spChg chg="add mod">
          <ac:chgData name="DANIEL YELAMOS DE LAS HERAS" userId="6d3a8e5f-ef5c-45b4-acda-6265fc8f6857" providerId="ADAL" clId="{61DB71DD-75C6-55C1-A9F9-951D5D5511E5}" dt="2026-02-15T20:46:43.879" v="15508" actId="14100"/>
          <ac:spMkLst>
            <pc:docMk/>
            <pc:sldMk cId="1001803894" sldId="258"/>
            <ac:spMk id="135" creationId="{A100CFCF-DC92-A765-2CF5-80648D6FBE90}"/>
          </ac:spMkLst>
        </pc:spChg>
        <pc:spChg chg="mod topLvl">
          <ac:chgData name="DANIEL YELAMOS DE LAS HERAS" userId="6d3a8e5f-ef5c-45b4-acda-6265fc8f6857" providerId="ADAL" clId="{61DB71DD-75C6-55C1-A9F9-951D5D5511E5}" dt="2026-02-15T20:43:20.165" v="15460" actId="1037"/>
          <ac:spMkLst>
            <pc:docMk/>
            <pc:sldMk cId="1001803894" sldId="258"/>
            <ac:spMk id="181" creationId="{A4540D7B-FB30-AA5F-F5F6-D5E8FCDAEAEC}"/>
          </ac:spMkLst>
        </pc:spChg>
        <pc:spChg chg="mod topLvl">
          <ac:chgData name="DANIEL YELAMOS DE LAS HERAS" userId="6d3a8e5f-ef5c-45b4-acda-6265fc8f6857" providerId="ADAL" clId="{61DB71DD-75C6-55C1-A9F9-951D5D5511E5}" dt="2026-02-15T20:43:34.644" v="15464" actId="14100"/>
          <ac:spMkLst>
            <pc:docMk/>
            <pc:sldMk cId="1001803894" sldId="258"/>
            <ac:spMk id="182" creationId="{5E7EB8D9-5673-E87D-01EA-11BE897827FA}"/>
          </ac:spMkLst>
        </pc:spChg>
        <pc:spChg chg="mod topLvl">
          <ac:chgData name="DANIEL YELAMOS DE LAS HERAS" userId="6d3a8e5f-ef5c-45b4-acda-6265fc8f6857" providerId="ADAL" clId="{61DB71DD-75C6-55C1-A9F9-951D5D5511E5}" dt="2026-02-15T21:05:10.862" v="15660" actId="20577"/>
          <ac:spMkLst>
            <pc:docMk/>
            <pc:sldMk cId="1001803894" sldId="258"/>
            <ac:spMk id="183" creationId="{E7987BD6-0057-7D92-A800-26D0DEA4D275}"/>
          </ac:spMkLst>
        </pc:spChg>
        <pc:spChg chg="mod">
          <ac:chgData name="DANIEL YELAMOS DE LAS HERAS" userId="6d3a8e5f-ef5c-45b4-acda-6265fc8f6857" providerId="ADAL" clId="{61DB71DD-75C6-55C1-A9F9-951D5D5511E5}" dt="2026-02-15T20:04:23.339" v="15049" actId="20577"/>
          <ac:spMkLst>
            <pc:docMk/>
            <pc:sldMk cId="1001803894" sldId="258"/>
            <ac:spMk id="191" creationId="{487CA8AE-5CA2-7C09-87AF-A3D598246F41}"/>
          </ac:spMkLst>
        </pc:spChg>
        <pc:spChg chg="mod">
          <ac:chgData name="DANIEL YELAMOS DE LAS HERAS" userId="6d3a8e5f-ef5c-45b4-acda-6265fc8f6857" providerId="ADAL" clId="{61DB71DD-75C6-55C1-A9F9-951D5D5511E5}" dt="2026-02-15T20:04:21.243" v="15046" actId="20577"/>
          <ac:spMkLst>
            <pc:docMk/>
            <pc:sldMk cId="1001803894" sldId="258"/>
            <ac:spMk id="198" creationId="{8DC76366-51A2-37AE-830B-674AD8383ABD}"/>
          </ac:spMkLst>
        </pc:spChg>
        <pc:grpChg chg="mod topLvl">
          <ac:chgData name="DANIEL YELAMOS DE LAS HERAS" userId="6d3a8e5f-ef5c-45b4-acda-6265fc8f6857" providerId="ADAL" clId="{61DB71DD-75C6-55C1-A9F9-951D5D5511E5}" dt="2026-02-15T20:07:39.617" v="15096" actId="1076"/>
          <ac:grpSpMkLst>
            <pc:docMk/>
            <pc:sldMk cId="1001803894" sldId="258"/>
            <ac:grpSpMk id="2" creationId="{656CF784-4A78-5743-DFB5-996840B6D106}"/>
          </ac:grpSpMkLst>
        </pc:grpChg>
        <pc:grpChg chg="add mod">
          <ac:chgData name="DANIEL YELAMOS DE LAS HERAS" userId="6d3a8e5f-ef5c-45b4-acda-6265fc8f6857" providerId="ADAL" clId="{61DB71DD-75C6-55C1-A9F9-951D5D5511E5}" dt="2026-02-15T12:43:11.482" v="14074" actId="1036"/>
          <ac:grpSpMkLst>
            <pc:docMk/>
            <pc:sldMk cId="1001803894" sldId="258"/>
            <ac:grpSpMk id="7" creationId="{9471612B-F6D2-90D2-B4BC-2D7DE88C0C97}"/>
          </ac:grpSpMkLst>
        </pc:grpChg>
        <pc:grpChg chg="mod">
          <ac:chgData name="DANIEL YELAMOS DE LAS HERAS" userId="6d3a8e5f-ef5c-45b4-acda-6265fc8f6857" providerId="ADAL" clId="{61DB71DD-75C6-55C1-A9F9-951D5D5511E5}" dt="2026-02-15T12:32:07.455" v="13950" actId="1076"/>
          <ac:grpSpMkLst>
            <pc:docMk/>
            <pc:sldMk cId="1001803894" sldId="258"/>
            <ac:grpSpMk id="12" creationId="{15096E6A-413A-95C7-152B-F7C619B2128C}"/>
          </ac:grpSpMkLst>
        </pc:grpChg>
        <pc:grpChg chg="mod">
          <ac:chgData name="DANIEL YELAMOS DE LAS HERAS" userId="6d3a8e5f-ef5c-45b4-acda-6265fc8f6857" providerId="ADAL" clId="{61DB71DD-75C6-55C1-A9F9-951D5D5511E5}" dt="2026-02-15T12:45:26.364" v="14122" actId="1076"/>
          <ac:grpSpMkLst>
            <pc:docMk/>
            <pc:sldMk cId="1001803894" sldId="258"/>
            <ac:grpSpMk id="22" creationId="{828497B2-2FC8-364D-50BE-2F51600F6010}"/>
          </ac:grpSpMkLst>
        </pc:grpChg>
        <pc:grpChg chg="mod">
          <ac:chgData name="DANIEL YELAMOS DE LAS HERAS" userId="6d3a8e5f-ef5c-45b4-acda-6265fc8f6857" providerId="ADAL" clId="{61DB71DD-75C6-55C1-A9F9-951D5D5511E5}" dt="2026-02-15T20:45:41.672" v="15491" actId="1076"/>
          <ac:grpSpMkLst>
            <pc:docMk/>
            <pc:sldMk cId="1001803894" sldId="258"/>
            <ac:grpSpMk id="24" creationId="{D42DCC6A-AE9C-F4FF-64A1-81285B9A6CAE}"/>
          </ac:grpSpMkLst>
        </pc:grpChg>
        <pc:grpChg chg="mod">
          <ac:chgData name="DANIEL YELAMOS DE LAS HERAS" userId="6d3a8e5f-ef5c-45b4-acda-6265fc8f6857" providerId="ADAL" clId="{61DB71DD-75C6-55C1-A9F9-951D5D5511E5}" dt="2026-02-15T18:45:04.720" v="14287" actId="1035"/>
          <ac:grpSpMkLst>
            <pc:docMk/>
            <pc:sldMk cId="1001803894" sldId="258"/>
            <ac:grpSpMk id="25" creationId="{4C4E8EFD-B756-4CB2-C355-4CF019BF7FB7}"/>
          </ac:grpSpMkLst>
        </pc:grpChg>
        <pc:grpChg chg="add mod">
          <ac:chgData name="DANIEL YELAMOS DE LAS HERAS" userId="6d3a8e5f-ef5c-45b4-acda-6265fc8f6857" providerId="ADAL" clId="{61DB71DD-75C6-55C1-A9F9-951D5D5511E5}" dt="2026-02-15T18:45:25.449" v="14293" actId="1036"/>
          <ac:grpSpMkLst>
            <pc:docMk/>
            <pc:sldMk cId="1001803894" sldId="258"/>
            <ac:grpSpMk id="33" creationId="{BE33A46F-6517-4594-4DD9-ED99D1646F5E}"/>
          </ac:grpSpMkLst>
        </pc:grpChg>
        <pc:grpChg chg="add mod">
          <ac:chgData name="DANIEL YELAMOS DE LAS HERAS" userId="6d3a8e5f-ef5c-45b4-acda-6265fc8f6857" providerId="ADAL" clId="{61DB71DD-75C6-55C1-A9F9-951D5D5511E5}" dt="2026-02-15T20:28:04.425" v="15394" actId="1036"/>
          <ac:grpSpMkLst>
            <pc:docMk/>
            <pc:sldMk cId="1001803894" sldId="258"/>
            <ac:grpSpMk id="49" creationId="{1B86C03E-026D-2566-EF3D-7FD5289EB4AF}"/>
          </ac:grpSpMkLst>
        </pc:grpChg>
        <pc:grpChg chg="add mod">
          <ac:chgData name="DANIEL YELAMOS DE LAS HERAS" userId="6d3a8e5f-ef5c-45b4-acda-6265fc8f6857" providerId="ADAL" clId="{61DB71DD-75C6-55C1-A9F9-951D5D5511E5}" dt="2026-02-15T20:07:56.544" v="15101" actId="1076"/>
          <ac:grpSpMkLst>
            <pc:docMk/>
            <pc:sldMk cId="1001803894" sldId="258"/>
            <ac:grpSpMk id="62" creationId="{71085FE9-0B47-2EAE-BF15-87B52FE19C79}"/>
          </ac:grpSpMkLst>
        </pc:grpChg>
        <pc:grpChg chg="mod">
          <ac:chgData name="DANIEL YELAMOS DE LAS HERAS" userId="6d3a8e5f-ef5c-45b4-acda-6265fc8f6857" providerId="ADAL" clId="{61DB71DD-75C6-55C1-A9F9-951D5D5511E5}" dt="2026-02-15T20:36:11.848" v="15401" actId="14100"/>
          <ac:grpSpMkLst>
            <pc:docMk/>
            <pc:sldMk cId="1001803894" sldId="258"/>
            <ac:grpSpMk id="71" creationId="{794E412F-42B0-1837-CAD2-604FE8FC250C}"/>
          </ac:grpSpMkLst>
        </pc:grpChg>
        <pc:grpChg chg="mod">
          <ac:chgData name="DANIEL YELAMOS DE LAS HERAS" userId="6d3a8e5f-ef5c-45b4-acda-6265fc8f6857" providerId="ADAL" clId="{61DB71DD-75C6-55C1-A9F9-951D5D5511E5}" dt="2026-02-15T12:34:09.205" v="13972" actId="1076"/>
          <ac:grpSpMkLst>
            <pc:docMk/>
            <pc:sldMk cId="1001803894" sldId="258"/>
            <ac:grpSpMk id="80" creationId="{A0E66BEC-EFD7-FA82-B5A6-2E158C4E762E}"/>
          </ac:grpSpMkLst>
        </pc:grpChg>
        <pc:grpChg chg="mod">
          <ac:chgData name="DANIEL YELAMOS DE LAS HERAS" userId="6d3a8e5f-ef5c-45b4-acda-6265fc8f6857" providerId="ADAL" clId="{61DB71DD-75C6-55C1-A9F9-951D5D5511E5}" dt="2026-02-15T20:10:43.625" v="15173" actId="1036"/>
          <ac:grpSpMkLst>
            <pc:docMk/>
            <pc:sldMk cId="1001803894" sldId="258"/>
            <ac:grpSpMk id="166" creationId="{63130CDB-0488-3CF1-73CD-07699088ADB3}"/>
          </ac:grpSpMkLst>
        </pc:grpChg>
        <pc:picChg chg="add mod topLvl modCrop">
          <ac:chgData name="DANIEL YELAMOS DE LAS HERAS" userId="6d3a8e5f-ef5c-45b4-acda-6265fc8f6857" providerId="ADAL" clId="{61DB71DD-75C6-55C1-A9F9-951D5D5511E5}" dt="2026-02-15T20:07:34.614" v="15094" actId="165"/>
          <ac:picMkLst>
            <pc:docMk/>
            <pc:sldMk cId="1001803894" sldId="258"/>
            <ac:picMk id="57" creationId="{0C9CDB72-B741-4FCE-C741-C42A687E93D5}"/>
          </ac:picMkLst>
        </pc:picChg>
        <pc:picChg chg="add mod topLvl modCrop">
          <ac:chgData name="DANIEL YELAMOS DE LAS HERAS" userId="6d3a8e5f-ef5c-45b4-acda-6265fc8f6857" providerId="ADAL" clId="{61DB71DD-75C6-55C1-A9F9-951D5D5511E5}" dt="2026-02-15T20:07:34.614" v="15094" actId="165"/>
          <ac:picMkLst>
            <pc:docMk/>
            <pc:sldMk cId="1001803894" sldId="258"/>
            <ac:picMk id="58" creationId="{0B9A3C14-3CC8-C02A-8F16-131D7C365850}"/>
          </ac:picMkLst>
        </pc:picChg>
        <pc:picChg chg="mod modCrop">
          <ac:chgData name="DANIEL YELAMOS DE LAS HERAS" userId="6d3a8e5f-ef5c-45b4-acda-6265fc8f6857" providerId="ADAL" clId="{61DB71DD-75C6-55C1-A9F9-951D5D5511E5}" dt="2026-02-15T20:42:49.089" v="15455" actId="108"/>
          <ac:picMkLst>
            <pc:docMk/>
            <pc:sldMk cId="1001803894" sldId="258"/>
            <ac:picMk id="60" creationId="{78FC180D-1FAF-FE63-DDFB-AB9E1C64C705}"/>
          </ac:picMkLst>
        </pc:picChg>
        <pc:picChg chg="mod">
          <ac:chgData name="DANIEL YELAMOS DE LAS HERAS" userId="6d3a8e5f-ef5c-45b4-acda-6265fc8f6857" providerId="ADAL" clId="{61DB71DD-75C6-55C1-A9F9-951D5D5511E5}" dt="2026-02-15T20:42:49.089" v="15455" actId="108"/>
          <ac:picMkLst>
            <pc:docMk/>
            <pc:sldMk cId="1001803894" sldId="258"/>
            <ac:picMk id="63" creationId="{332E3F05-0F0C-AE10-331A-7E3226E07DAF}"/>
          </ac:picMkLst>
        </pc:picChg>
        <pc:picChg chg="mod">
          <ac:chgData name="DANIEL YELAMOS DE LAS HERAS" userId="6d3a8e5f-ef5c-45b4-acda-6265fc8f6857" providerId="ADAL" clId="{61DB71DD-75C6-55C1-A9F9-951D5D5511E5}" dt="2026-02-15T12:37:01.696" v="13991" actId="108"/>
          <ac:picMkLst>
            <pc:docMk/>
            <pc:sldMk cId="1001803894" sldId="258"/>
            <ac:picMk id="64" creationId="{4672A394-3C73-F029-9027-CDDA270409FD}"/>
          </ac:picMkLst>
        </pc:picChg>
        <pc:picChg chg="mod">
          <ac:chgData name="DANIEL YELAMOS DE LAS HERAS" userId="6d3a8e5f-ef5c-45b4-acda-6265fc8f6857" providerId="ADAL" clId="{61DB71DD-75C6-55C1-A9F9-951D5D5511E5}" dt="2026-02-15T12:37:01.696" v="13991" actId="108"/>
          <ac:picMkLst>
            <pc:docMk/>
            <pc:sldMk cId="1001803894" sldId="258"/>
            <ac:picMk id="65" creationId="{A35BFB39-16EE-0304-AA0D-ADD57FECB1A9}"/>
          </ac:picMkLst>
        </pc:picChg>
        <pc:picChg chg="mod">
          <ac:chgData name="DANIEL YELAMOS DE LAS HERAS" userId="6d3a8e5f-ef5c-45b4-acda-6265fc8f6857" providerId="ADAL" clId="{61DB71DD-75C6-55C1-A9F9-951D5D5511E5}" dt="2026-02-15T12:37:01.696" v="13991" actId="108"/>
          <ac:picMkLst>
            <pc:docMk/>
            <pc:sldMk cId="1001803894" sldId="258"/>
            <ac:picMk id="66" creationId="{07BB2254-94DE-ECF9-9B1D-236B82D28101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70" creationId="{A7F2901C-CAA9-E53F-57F3-CE5ACAA10A99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73" creationId="{C0103682-F148-B74D-CB0E-3709FC4E91AA}"/>
          </ac:picMkLst>
        </pc:picChg>
        <pc:picChg chg="add mod">
          <ac:chgData name="DANIEL YELAMOS DE LAS HERAS" userId="6d3a8e5f-ef5c-45b4-acda-6265fc8f6857" providerId="ADAL" clId="{61DB71DD-75C6-55C1-A9F9-951D5D5511E5}" dt="2026-02-15T20:44:28.029" v="15475" actId="1038"/>
          <ac:picMkLst>
            <pc:docMk/>
            <pc:sldMk cId="1001803894" sldId="258"/>
            <ac:picMk id="74" creationId="{9830DEAA-0CE4-B7D4-12A4-92541A1219BF}"/>
          </ac:picMkLst>
        </pc:picChg>
        <pc:picChg chg="mod">
          <ac:chgData name="DANIEL YELAMOS DE LAS HERAS" userId="6d3a8e5f-ef5c-45b4-acda-6265fc8f6857" providerId="ADAL" clId="{61DB71DD-75C6-55C1-A9F9-951D5D5511E5}" dt="2026-02-15T20:10:41.246" v="15172" actId="14100"/>
          <ac:picMkLst>
            <pc:docMk/>
            <pc:sldMk cId="1001803894" sldId="258"/>
            <ac:picMk id="75" creationId="{CF3EC35E-2FA3-3612-D5E2-4AE6A21BEB23}"/>
          </ac:picMkLst>
        </pc:picChg>
        <pc:picChg chg="mod">
          <ac:chgData name="DANIEL YELAMOS DE LAS HERAS" userId="6d3a8e5f-ef5c-45b4-acda-6265fc8f6857" providerId="ADAL" clId="{61DB71DD-75C6-55C1-A9F9-951D5D5511E5}" dt="2026-02-15T12:37:01.696" v="13991" actId="108"/>
          <ac:picMkLst>
            <pc:docMk/>
            <pc:sldMk cId="1001803894" sldId="258"/>
            <ac:picMk id="76" creationId="{661B005B-2F75-34FB-6E25-0F56202CF03D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87" creationId="{3515F537-F515-62C2-2D4B-C9ECDE7EA14C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88" creationId="{D13329B9-E544-34E9-A528-C6BDFFCBBE76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89" creationId="{025EAD3C-662C-4FB1-B7B4-825BC20774C9}"/>
          </ac:picMkLst>
        </pc:picChg>
        <pc:picChg chg="mod">
          <ac:chgData name="DANIEL YELAMOS DE LAS HERAS" userId="6d3a8e5f-ef5c-45b4-acda-6265fc8f6857" providerId="ADAL" clId="{61DB71DD-75C6-55C1-A9F9-951D5D5511E5}" dt="2026-02-15T12:37:08.179" v="13992" actId="108"/>
          <ac:picMkLst>
            <pc:docMk/>
            <pc:sldMk cId="1001803894" sldId="258"/>
            <ac:picMk id="90" creationId="{DE50C86E-DEF1-AF82-A926-B555D82FA4F7}"/>
          </ac:picMkLst>
        </pc:picChg>
        <pc:picChg chg="mod">
          <ac:chgData name="DANIEL YELAMOS DE LAS HERAS" userId="6d3a8e5f-ef5c-45b4-acda-6265fc8f6857" providerId="ADAL" clId="{61DB71DD-75C6-55C1-A9F9-951D5D5511E5}" dt="2026-02-15T12:40:00.662" v="14043" actId="108"/>
          <ac:picMkLst>
            <pc:docMk/>
            <pc:sldMk cId="1001803894" sldId="258"/>
            <ac:picMk id="152" creationId="{683DFD78-E8B9-C57E-A5E4-33DD4746FCE9}"/>
          </ac:picMkLst>
        </pc:picChg>
        <pc:picChg chg="mod">
          <ac:chgData name="DANIEL YELAMOS DE LAS HERAS" userId="6d3a8e5f-ef5c-45b4-acda-6265fc8f6857" providerId="ADAL" clId="{61DB71DD-75C6-55C1-A9F9-951D5D5511E5}" dt="2026-02-15T12:42:24.601" v="14066" actId="14100"/>
          <ac:picMkLst>
            <pc:docMk/>
            <pc:sldMk cId="1001803894" sldId="258"/>
            <ac:picMk id="154" creationId="{77267DAE-E8D0-446C-781C-D4504A554451}"/>
          </ac:picMkLst>
        </pc:picChg>
        <pc:picChg chg="mod">
          <ac:chgData name="DANIEL YELAMOS DE LAS HERAS" userId="6d3a8e5f-ef5c-45b4-acda-6265fc8f6857" providerId="ADAL" clId="{61DB71DD-75C6-55C1-A9F9-951D5D5511E5}" dt="2026-02-15T20:45:36.928" v="15489" actId="167"/>
          <ac:picMkLst>
            <pc:docMk/>
            <pc:sldMk cId="1001803894" sldId="258"/>
            <ac:picMk id="158" creationId="{EEFC7DD1-35EF-0BFA-6E1F-9E169C3B53E7}"/>
          </ac:picMkLst>
        </pc:picChg>
        <pc:picChg chg="mod">
          <ac:chgData name="DANIEL YELAMOS DE LAS HERAS" userId="6d3a8e5f-ef5c-45b4-acda-6265fc8f6857" providerId="ADAL" clId="{61DB71DD-75C6-55C1-A9F9-951D5D5511E5}" dt="2026-02-15T12:36:42.762" v="13989" actId="108"/>
          <ac:picMkLst>
            <pc:docMk/>
            <pc:sldMk cId="1001803894" sldId="258"/>
            <ac:picMk id="162" creationId="{FB57701A-392F-A48E-F66B-424C8BD83BBE}"/>
          </ac:picMkLst>
        </pc:picChg>
        <pc:picChg chg="mod">
          <ac:chgData name="DANIEL YELAMOS DE LAS HERAS" userId="6d3a8e5f-ef5c-45b4-acda-6265fc8f6857" providerId="ADAL" clId="{61DB71DD-75C6-55C1-A9F9-951D5D5511E5}" dt="2026-02-15T20:44:03.005" v="15470" actId="1038"/>
          <ac:picMkLst>
            <pc:docMk/>
            <pc:sldMk cId="1001803894" sldId="258"/>
            <ac:picMk id="189" creationId="{9FBFCE69-DE97-7C7D-700E-7902D598651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8DA83-4685-4D40-BE49-209C3ECC00E5}" type="datetimeFigureOut">
              <a:rPr lang="es-ES" smtClean="0"/>
              <a:t>17/2/26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1B96C5-BB72-944E-BC95-A28A4A56FB6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7484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1pPr>
    <a:lvl2pPr marL="1491386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2pPr>
    <a:lvl3pPr marL="2982773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3pPr>
    <a:lvl4pPr marL="4474159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4pPr>
    <a:lvl5pPr marL="5965546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5pPr>
    <a:lvl6pPr marL="7456932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6pPr>
    <a:lvl7pPr marL="8948318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7pPr>
    <a:lvl8pPr marL="10439705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8pPr>
    <a:lvl9pPr marL="11931091" algn="l" defTabSz="2982773" rtl="0" eaLnBrk="1" latinLnBrk="0" hangingPunct="1">
      <a:defRPr sz="39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B96C5-BB72-944E-BC95-A28A4A56FB67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0469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B0F59-B486-1E1D-34FE-D99075243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0365ECC-DAE9-6871-252B-EE917B27F8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9F91EB-3B8E-EDB1-2A89-7759B425A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C2406F-8E3F-E2C3-64E7-9C3C71E81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B96C5-BB72-944E-BC95-A28A4A56FB67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5196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E8AD-3302-50C8-0E59-E52CEE322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6BB43E3-6737-2919-1E95-23CFFFACEC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7D6BF83-4749-A330-EA4E-91E7D2380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3809F9-099C-DDE7-74BD-6A6B628B1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1B96C5-BB72-944E-BC95-A28A4A56FB67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1750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4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1683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700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2244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5256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2830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4510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6458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767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68029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67936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62B82F-491D-7C4A-9B72-CD21C62272F9}" type="datetimeFigureOut">
              <a:rPr lang="es-ES" smtClean="0"/>
              <a:t>17/2/26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C2391-24A4-3A4A-AAE8-A0C33A7A4A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7971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12" Type="http://schemas.openxmlformats.org/officeDocument/2006/relationships/image" Target="../media/image10.emf"/><Relationship Id="rId17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image" Target="../media/image7.png"/><Relationship Id="rId3" Type="http://schemas.openxmlformats.org/officeDocument/2006/relationships/image" Target="../media/image11.emf"/><Relationship Id="rId7" Type="http://schemas.openxmlformats.org/officeDocument/2006/relationships/image" Target="../media/image4.emf"/><Relationship Id="rId12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emf"/><Relationship Id="rId11" Type="http://schemas.openxmlformats.org/officeDocument/2006/relationships/image" Target="../media/image10.emf"/><Relationship Id="rId5" Type="http://schemas.openxmlformats.org/officeDocument/2006/relationships/image" Target="../media/image2.svg"/><Relationship Id="rId15" Type="http://schemas.openxmlformats.org/officeDocument/2006/relationships/image" Target="../media/image12.emf"/><Relationship Id="rId10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9.emf"/><Relationship Id="rId1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emf"/><Relationship Id="rId18" Type="http://schemas.openxmlformats.org/officeDocument/2006/relationships/image" Target="../media/image20.png"/><Relationship Id="rId3" Type="http://schemas.openxmlformats.org/officeDocument/2006/relationships/image" Target="../media/image11.emf"/><Relationship Id="rId21" Type="http://schemas.openxmlformats.org/officeDocument/2006/relationships/image" Target="../media/image23.png"/><Relationship Id="rId7" Type="http://schemas.openxmlformats.org/officeDocument/2006/relationships/image" Target="../media/image13.png"/><Relationship Id="rId12" Type="http://schemas.openxmlformats.org/officeDocument/2006/relationships/image" Target="../media/image10.emf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2.emf"/><Relationship Id="rId5" Type="http://schemas.openxmlformats.org/officeDocument/2006/relationships/image" Target="../media/image4.emf"/><Relationship Id="rId15" Type="http://schemas.openxmlformats.org/officeDocument/2006/relationships/image" Target="../media/image17.png"/><Relationship Id="rId23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21.png"/><Relationship Id="rId4" Type="http://schemas.openxmlformats.org/officeDocument/2006/relationships/image" Target="../media/image3.emf"/><Relationship Id="rId9" Type="http://schemas.openxmlformats.org/officeDocument/2006/relationships/image" Target="../media/image7.png"/><Relationship Id="rId14" Type="http://schemas.openxmlformats.org/officeDocument/2006/relationships/image" Target="../media/image16.emf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>
            <a:extLst>
              <a:ext uri="{FF2B5EF4-FFF2-40B4-BE49-F238E27FC236}">
                <a16:creationId xmlns:a16="http://schemas.microsoft.com/office/drawing/2014/main" id="{1F12083E-E6CA-9982-C23D-47AC86A13F62}"/>
              </a:ext>
            </a:extLst>
          </p:cNvPr>
          <p:cNvGrpSpPr/>
          <p:nvPr/>
        </p:nvGrpSpPr>
        <p:grpSpPr>
          <a:xfrm>
            <a:off x="-1184848" y="0"/>
            <a:ext cx="31460060" cy="6158993"/>
            <a:chOff x="-1184848" y="1218406"/>
            <a:chExt cx="31460060" cy="6025093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88A9CA2E-0752-990C-AB8E-4B878F0D68B4}"/>
                </a:ext>
              </a:extLst>
            </p:cNvPr>
            <p:cNvSpPr/>
            <p:nvPr/>
          </p:nvSpPr>
          <p:spPr>
            <a:xfrm>
              <a:off x="-1" y="1218406"/>
              <a:ext cx="30275213" cy="6025093"/>
            </a:xfrm>
            <a:prstGeom prst="rect">
              <a:avLst/>
            </a:prstGeom>
            <a:solidFill>
              <a:srgbClr val="DCC9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48728F2B-4FD4-8BC0-638B-726C4967ADBF}"/>
                </a:ext>
              </a:extLst>
            </p:cNvPr>
            <p:cNvGrpSpPr/>
            <p:nvPr/>
          </p:nvGrpSpPr>
          <p:grpSpPr>
            <a:xfrm>
              <a:off x="-1184848" y="1728844"/>
              <a:ext cx="9037753" cy="5371374"/>
              <a:chOff x="736372" y="3680633"/>
              <a:chExt cx="2286000" cy="1412338"/>
            </a:xfrm>
          </p:grpSpPr>
          <p:pic>
            <p:nvPicPr>
              <p:cNvPr id="15" name="Gráfico 14">
                <a:extLst>
                  <a:ext uri="{FF2B5EF4-FFF2-40B4-BE49-F238E27FC236}">
                    <a16:creationId xmlns:a16="http://schemas.microsoft.com/office/drawing/2014/main" id="{6AA22F85-939B-2100-2B49-D72D41F037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63987" y="3680633"/>
                <a:ext cx="1030771" cy="1030771"/>
              </a:xfrm>
              <a:prstGeom prst="rect">
                <a:avLst/>
              </a:prstGeom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DB3D4B3-C2E3-B408-2167-22C89BA77C48}"/>
                  </a:ext>
                </a:extLst>
              </p:cNvPr>
              <p:cNvSpPr txBox="1"/>
              <p:nvPr/>
            </p:nvSpPr>
            <p:spPr>
              <a:xfrm>
                <a:off x="736372" y="4711404"/>
                <a:ext cx="2286000" cy="381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Universidad </a:t>
                </a:r>
                <a:r>
                  <a:rPr lang="es-ES" sz="44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Valladolid</a:t>
                </a:r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005DAC9-9D4E-544F-5893-FAFC82772496}"/>
                </a:ext>
              </a:extLst>
            </p:cNvPr>
            <p:cNvSpPr txBox="1"/>
            <p:nvPr/>
          </p:nvSpPr>
          <p:spPr>
            <a:xfrm>
              <a:off x="5229347" y="1544324"/>
              <a:ext cx="24913975" cy="2809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Machine Learning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tools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assist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the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analysis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complex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rotational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spectra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</a:t>
              </a:r>
              <a:r>
                <a:rPr lang="es-ES" sz="8829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chemical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mixtures</a:t>
              </a:r>
              <a:endParaRPr lang="es-ES" sz="8829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66B2E8ED-2C35-0B8C-9F02-160D9546AC9B}"/>
                </a:ext>
              </a:extLst>
            </p:cNvPr>
            <p:cNvSpPr txBox="1"/>
            <p:nvPr/>
          </p:nvSpPr>
          <p:spPr>
            <a:xfrm>
              <a:off x="7852905" y="5580044"/>
              <a:ext cx="19417586" cy="14511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Departamento de Química Física y Química Inorgánica, Facultad de Ciencias </a:t>
              </a:r>
            </a:p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I.U. CINQUIMA. Paseo de Belén 7, 47011 Valladolid, </a:t>
              </a:r>
              <a:r>
                <a:rPr lang="es-ES" sz="4415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Spain</a:t>
              </a:r>
              <a:endParaRPr lang="es-ES" sz="4415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347D430-492D-9300-5DB2-DC46F1D379E1}"/>
                </a:ext>
              </a:extLst>
            </p:cNvPr>
            <p:cNvSpPr txBox="1"/>
            <p:nvPr/>
          </p:nvSpPr>
          <p:spPr>
            <a:xfrm>
              <a:off x="5792491" y="4438049"/>
              <a:ext cx="23310037" cy="106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D. Yélamos, Z. Wang, C. Calabrese, A. </a:t>
              </a:r>
              <a:r>
                <a:rPr lang="es-ES" sz="6307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Lesarri</a:t>
              </a: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 C. Bermúdez</a:t>
              </a:r>
              <a:endParaRPr lang="es-ES" sz="6307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8DD88619-8EB2-8EBF-5BFF-480385485834}"/>
              </a:ext>
            </a:extLst>
          </p:cNvPr>
          <p:cNvCxnSpPr/>
          <p:nvPr/>
        </p:nvCxnSpPr>
        <p:spPr>
          <a:xfrm>
            <a:off x="0" y="6195616"/>
            <a:ext cx="30275213" cy="0"/>
          </a:xfrm>
          <a:prstGeom prst="line">
            <a:avLst/>
          </a:prstGeom>
          <a:ln w="127000">
            <a:gradFill flip="none" rotWithShape="1">
              <a:gsLst>
                <a:gs pos="100000">
                  <a:srgbClr val="F5F1E8"/>
                </a:gs>
                <a:gs pos="100000">
                  <a:schemeClr val="tx1"/>
                </a:gs>
                <a:gs pos="0">
                  <a:schemeClr val="tx1"/>
                </a:gs>
              </a:gsLst>
              <a:lin ang="5400000" scaled="1"/>
              <a:tileRect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upo 5">
            <a:extLst>
              <a:ext uri="{FF2B5EF4-FFF2-40B4-BE49-F238E27FC236}">
                <a16:creationId xmlns:a16="http://schemas.microsoft.com/office/drawing/2014/main" id="{82D0F753-1C64-0410-F10E-0CE68D1F30EC}"/>
              </a:ext>
            </a:extLst>
          </p:cNvPr>
          <p:cNvGrpSpPr/>
          <p:nvPr/>
        </p:nvGrpSpPr>
        <p:grpSpPr>
          <a:xfrm>
            <a:off x="303810" y="6298874"/>
            <a:ext cx="37976408" cy="6338031"/>
            <a:chOff x="348626" y="7052250"/>
            <a:chExt cx="37976408" cy="6618860"/>
          </a:xfrm>
        </p:grpSpPr>
        <p:sp>
          <p:nvSpPr>
            <p:cNvPr id="30" name="Rectángulo redondeado 29">
              <a:extLst>
                <a:ext uri="{FF2B5EF4-FFF2-40B4-BE49-F238E27FC236}">
                  <a16:creationId xmlns:a16="http://schemas.microsoft.com/office/drawing/2014/main" id="{CEFC2F19-DE7C-C922-2D60-E4B30BCBF8A9}"/>
                </a:ext>
              </a:extLst>
            </p:cNvPr>
            <p:cNvSpPr/>
            <p:nvPr/>
          </p:nvSpPr>
          <p:spPr>
            <a:xfrm>
              <a:off x="348626" y="7176794"/>
              <a:ext cx="29577957" cy="3672402"/>
            </a:xfrm>
            <a:prstGeom prst="roundRect">
              <a:avLst>
                <a:gd name="adj" fmla="val 5399"/>
              </a:avLst>
            </a:prstGeom>
            <a:solidFill>
              <a:srgbClr val="FBE3D6"/>
            </a:solidFill>
            <a:ln w="762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AC2C7BF9-C9AB-044A-1B00-AE81E22CEEE7}"/>
                </a:ext>
              </a:extLst>
            </p:cNvPr>
            <p:cNvSpPr txBox="1"/>
            <p:nvPr/>
          </p:nvSpPr>
          <p:spPr>
            <a:xfrm>
              <a:off x="907379" y="7052250"/>
              <a:ext cx="37417655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313F1817-57FB-19E4-0787-586C3F449A86}"/>
                </a:ext>
              </a:extLst>
            </p:cNvPr>
            <p:cNvSpPr txBox="1"/>
            <p:nvPr/>
          </p:nvSpPr>
          <p:spPr>
            <a:xfrm>
              <a:off x="824895" y="7349572"/>
              <a:ext cx="28715051" cy="63215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4220" dirty="0"/>
                <a:t>					  							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possibility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averaging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millions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Broadband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chirped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pulse Fourier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microwave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spectroscopy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rotational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challenging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involving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thousands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New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have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arised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facilitate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molecular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such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as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frequency-based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[1].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Within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study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intensity-based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mixtures (SO</a:t>
              </a:r>
              <a:r>
                <a:rPr lang="es-ES" sz="4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/H</a:t>
              </a:r>
              <a:r>
                <a:rPr lang="es-ES" sz="4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O/D</a:t>
              </a:r>
              <a:r>
                <a:rPr lang="es-ES" sz="4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O),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where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use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unique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response of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species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explore new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approaches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using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Machine Learning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tools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disentangle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rotational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4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18516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BF9B1940-F7AC-2DE2-0210-5E8FB242187F}"/>
              </a:ext>
            </a:extLst>
          </p:cNvPr>
          <p:cNvGrpSpPr/>
          <p:nvPr/>
        </p:nvGrpSpPr>
        <p:grpSpPr>
          <a:xfrm>
            <a:off x="316808" y="10158770"/>
            <a:ext cx="21845959" cy="1403253"/>
            <a:chOff x="348624" y="7176794"/>
            <a:chExt cx="55821993" cy="1134784"/>
          </a:xfrm>
        </p:grpSpPr>
        <p:sp>
          <p:nvSpPr>
            <p:cNvPr id="36" name="Rectángulo redondeado 35">
              <a:extLst>
                <a:ext uri="{FF2B5EF4-FFF2-40B4-BE49-F238E27FC236}">
                  <a16:creationId xmlns:a16="http://schemas.microsoft.com/office/drawing/2014/main" id="{D5DA7629-0D3E-7224-3202-01850343DD34}"/>
                </a:ext>
              </a:extLst>
            </p:cNvPr>
            <p:cNvSpPr/>
            <p:nvPr/>
          </p:nvSpPr>
          <p:spPr>
            <a:xfrm>
              <a:off x="348624" y="7176794"/>
              <a:ext cx="55821993" cy="1134784"/>
            </a:xfrm>
            <a:prstGeom prst="roundRect">
              <a:avLst>
                <a:gd name="adj" fmla="val 5399"/>
              </a:avLst>
            </a:prstGeom>
            <a:solidFill>
              <a:srgbClr val="FBE3D6"/>
            </a:solidFill>
            <a:ln w="762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C3F6B8CF-53D0-8730-1E95-CCD3583CBECF}"/>
                </a:ext>
              </a:extLst>
            </p:cNvPr>
            <p:cNvSpPr txBox="1"/>
            <p:nvPr/>
          </p:nvSpPr>
          <p:spPr>
            <a:xfrm>
              <a:off x="1064559" y="7189982"/>
              <a:ext cx="37417655" cy="10080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7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Experimental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2A5AC32D-2043-2C36-C819-6582E3318E5C}"/>
                </a:ext>
              </a:extLst>
            </p:cNvPr>
            <p:cNvSpPr txBox="1"/>
            <p:nvPr/>
          </p:nvSpPr>
          <p:spPr>
            <a:xfrm>
              <a:off x="15892114" y="7218959"/>
              <a:ext cx="39289737" cy="10702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We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measured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rotational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spectra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 of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three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different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mixtures of gases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using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Broadband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CP-FTMW </a:t>
              </a:r>
              <a:r>
                <a:rPr lang="es-ES" sz="40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spectrometer</a:t>
              </a:r>
              <a:r>
                <a:rPr lang="es-ES" sz="4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placed in Universidad de Valladolid.</a:t>
              </a:r>
            </a:p>
          </p:txBody>
        </p:sp>
      </p:grpSp>
      <p:sp>
        <p:nvSpPr>
          <p:cNvPr id="55" name="Rectángulo redondeado 54">
            <a:extLst>
              <a:ext uri="{FF2B5EF4-FFF2-40B4-BE49-F238E27FC236}">
                <a16:creationId xmlns:a16="http://schemas.microsoft.com/office/drawing/2014/main" id="{4BBDC27A-BF01-2A49-7B4B-04EAB1DCCD63}"/>
              </a:ext>
            </a:extLst>
          </p:cNvPr>
          <p:cNvSpPr/>
          <p:nvPr/>
        </p:nvSpPr>
        <p:spPr>
          <a:xfrm>
            <a:off x="22397379" y="10157238"/>
            <a:ext cx="3325537" cy="1398159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60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lang="es-ES" sz="60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38300" b="1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FF316342-5736-DBB8-E03E-5CE8FEAFA72C}"/>
              </a:ext>
            </a:extLst>
          </p:cNvPr>
          <p:cNvGrpSpPr/>
          <p:nvPr/>
        </p:nvGrpSpPr>
        <p:grpSpPr>
          <a:xfrm>
            <a:off x="365903" y="11807645"/>
            <a:ext cx="14742207" cy="5627932"/>
            <a:chOff x="881172" y="13221381"/>
            <a:chExt cx="13847196" cy="5162299"/>
          </a:xfrm>
        </p:grpSpPr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D1D2C712-15ED-A7E0-0897-F3F4D6F847FA}"/>
                </a:ext>
              </a:extLst>
            </p:cNvPr>
            <p:cNvGrpSpPr/>
            <p:nvPr/>
          </p:nvGrpSpPr>
          <p:grpSpPr>
            <a:xfrm>
              <a:off x="881172" y="13221381"/>
              <a:ext cx="13847196" cy="5162299"/>
              <a:chOff x="881172" y="14399230"/>
              <a:chExt cx="13847196" cy="5162299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F22B2D96-B7C7-C21E-C500-893EB00F733F}"/>
                  </a:ext>
                </a:extLst>
              </p:cNvPr>
              <p:cNvGrpSpPr/>
              <p:nvPr/>
            </p:nvGrpSpPr>
            <p:grpSpPr>
              <a:xfrm>
                <a:off x="881172" y="14399230"/>
                <a:ext cx="13847196" cy="5162299"/>
                <a:chOff x="404070" y="12423372"/>
                <a:chExt cx="13847196" cy="5162299"/>
              </a:xfrm>
            </p:grpSpPr>
            <p:pic>
              <p:nvPicPr>
                <p:cNvPr id="75" name="Imagen 74">
                  <a:extLst>
                    <a:ext uri="{FF2B5EF4-FFF2-40B4-BE49-F238E27FC236}">
                      <a16:creationId xmlns:a16="http://schemas.microsoft.com/office/drawing/2014/main" id="{5A8F4EC4-8159-F5E9-1EA8-3EDAFCB98C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b="317"/>
                <a:stretch>
                  <a:fillRect/>
                </a:stretch>
              </p:blipFill>
              <p:spPr>
                <a:xfrm>
                  <a:off x="404070" y="12423372"/>
                  <a:ext cx="13847196" cy="5063244"/>
                </a:xfrm>
                <a:prstGeom prst="rect">
                  <a:avLst/>
                </a:prstGeom>
                <a:ln w="76200">
                  <a:solidFill>
                    <a:schemeClr val="accent1">
                      <a:shade val="15000"/>
                    </a:schemeClr>
                  </a:solidFill>
                </a:ln>
              </p:spPr>
            </p:pic>
            <p:pic>
              <p:nvPicPr>
                <p:cNvPr id="64" name="Imagen 63">
                  <a:extLst>
                    <a:ext uri="{FF2B5EF4-FFF2-40B4-BE49-F238E27FC236}">
                      <a16:creationId xmlns:a16="http://schemas.microsoft.com/office/drawing/2014/main" id="{3067E399-241D-D719-0489-C1CAAA2ECE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45214" t="92434" r="40573" b="-577"/>
                <a:stretch>
                  <a:fillRect/>
                </a:stretch>
              </p:blipFill>
              <p:spPr>
                <a:xfrm>
                  <a:off x="5792491" y="16826072"/>
                  <a:ext cx="3614703" cy="759599"/>
                </a:xfrm>
                <a:prstGeom prst="rect">
                  <a:avLst/>
                </a:prstGeom>
                <a:ln w="762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76" name="Imagen 75">
                  <a:extLst>
                    <a:ext uri="{FF2B5EF4-FFF2-40B4-BE49-F238E27FC236}">
                      <a16:creationId xmlns:a16="http://schemas.microsoft.com/office/drawing/2014/main" id="{49C4AD74-EA63-F15C-16CF-D077E60E09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1320" t="28784" r="96314" b="36670"/>
                <a:stretch>
                  <a:fillRect/>
                </a:stretch>
              </p:blipFill>
              <p:spPr>
                <a:xfrm>
                  <a:off x="457648" y="13522500"/>
                  <a:ext cx="560595" cy="3002494"/>
                </a:xfrm>
                <a:prstGeom prst="rect">
                  <a:avLst/>
                </a:prstGeom>
                <a:ln w="76200">
                  <a:noFill/>
                </a:ln>
              </p:spPr>
            </p:pic>
          </p:grpSp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453ECD89-DEA3-4988-47B0-3B10500E11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5523" t="87554" r="90769" b="8061"/>
              <a:stretch>
                <a:fillRect/>
              </a:stretch>
            </p:blipFill>
            <p:spPr>
              <a:xfrm>
                <a:off x="1186059" y="18801931"/>
                <a:ext cx="1379277" cy="598478"/>
              </a:xfrm>
              <a:prstGeom prst="rect">
                <a:avLst/>
              </a:prstGeom>
              <a:ln w="76200">
                <a:noFill/>
              </a:ln>
              <a:effectLst>
                <a:softEdge rad="0"/>
              </a:effectLst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96FFF714-ABF7-44B5-5128-FD12BDEF4C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l="95880" t="87462" r="988" b="8255"/>
              <a:stretch>
                <a:fillRect/>
              </a:stretch>
            </p:blipFill>
            <p:spPr>
              <a:xfrm>
                <a:off x="13607188" y="18801930"/>
                <a:ext cx="1019334" cy="511476"/>
              </a:xfrm>
              <a:prstGeom prst="rect">
                <a:avLst/>
              </a:prstGeom>
              <a:ln w="76200">
                <a:noFill/>
              </a:ln>
              <a:effectLst>
                <a:softEdge rad="0"/>
              </a:effectLst>
            </p:spPr>
          </p:pic>
        </p:grp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79A0C7D1-B7AC-BA2C-5BEA-D95CBAD98FF4}"/>
                </a:ext>
              </a:extLst>
            </p:cNvPr>
            <p:cNvGrpSpPr/>
            <p:nvPr/>
          </p:nvGrpSpPr>
          <p:grpSpPr>
            <a:xfrm>
              <a:off x="1439933" y="13433750"/>
              <a:ext cx="474835" cy="318919"/>
              <a:chOff x="1585626" y="13552941"/>
              <a:chExt cx="474835" cy="318919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8DB8F512-240C-B7E8-8973-9937819921AB}"/>
                  </a:ext>
                </a:extLst>
              </p:cNvPr>
              <p:cNvCxnSpPr/>
              <p:nvPr/>
            </p:nvCxnSpPr>
            <p:spPr>
              <a:xfrm flipV="1">
                <a:off x="1585626" y="13552941"/>
                <a:ext cx="458487" cy="204952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0FA87C56-8F17-7993-0A47-207B5473BBD7}"/>
                  </a:ext>
                </a:extLst>
              </p:cNvPr>
              <p:cNvCxnSpPr/>
              <p:nvPr/>
            </p:nvCxnSpPr>
            <p:spPr>
              <a:xfrm flipV="1">
                <a:off x="1601974" y="13666908"/>
                <a:ext cx="458487" cy="204952"/>
              </a:xfrm>
              <a:prstGeom prst="line">
                <a:avLst/>
              </a:prstGeom>
              <a:ln w="2857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3" name="Rectángulo redondeado 82">
            <a:extLst>
              <a:ext uri="{FF2B5EF4-FFF2-40B4-BE49-F238E27FC236}">
                <a16:creationId xmlns:a16="http://schemas.microsoft.com/office/drawing/2014/main" id="{9982066F-2318-695B-5929-2F64409A4089}"/>
              </a:ext>
            </a:extLst>
          </p:cNvPr>
          <p:cNvSpPr/>
          <p:nvPr/>
        </p:nvSpPr>
        <p:spPr>
          <a:xfrm>
            <a:off x="25986943" y="10147643"/>
            <a:ext cx="1803323" cy="1414380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+H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26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ángulo redondeado 84">
            <a:extLst>
              <a:ext uri="{FF2B5EF4-FFF2-40B4-BE49-F238E27FC236}">
                <a16:creationId xmlns:a16="http://schemas.microsoft.com/office/drawing/2014/main" id="{A9CC29B2-921B-05BA-5183-CF6A265F0AB7}"/>
              </a:ext>
            </a:extLst>
          </p:cNvPr>
          <p:cNvSpPr/>
          <p:nvPr/>
        </p:nvSpPr>
        <p:spPr>
          <a:xfrm>
            <a:off x="28054293" y="10165068"/>
            <a:ext cx="1803323" cy="1402833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</a:t>
            </a:r>
            <a:r>
              <a:rPr lang="es-ES" sz="48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26600" b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17111FEE-7B63-C86E-2550-F5723F8B4692}"/>
              </a:ext>
            </a:extLst>
          </p:cNvPr>
          <p:cNvGrpSpPr/>
          <p:nvPr/>
        </p:nvGrpSpPr>
        <p:grpSpPr>
          <a:xfrm>
            <a:off x="15459129" y="11815389"/>
            <a:ext cx="9433204" cy="5604253"/>
            <a:chOff x="15548676" y="12171127"/>
            <a:chExt cx="9433204" cy="5604253"/>
          </a:xfrm>
        </p:grpSpPr>
        <p:pic>
          <p:nvPicPr>
            <p:cNvPr id="73" name="Imagen 72">
              <a:extLst>
                <a:ext uri="{FF2B5EF4-FFF2-40B4-BE49-F238E27FC236}">
                  <a16:creationId xmlns:a16="http://schemas.microsoft.com/office/drawing/2014/main" id="{5DA58F85-F6E3-A0FA-15A4-A1D37C172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6407" t="5964" r="-1"/>
            <a:stretch>
              <a:fillRect/>
            </a:stretch>
          </p:blipFill>
          <p:spPr>
            <a:xfrm>
              <a:off x="15548676" y="12171127"/>
              <a:ext cx="9433204" cy="5496158"/>
            </a:xfrm>
            <a:prstGeom prst="rect">
              <a:avLst/>
            </a:prstGeom>
            <a:ln w="76200">
              <a:solidFill>
                <a:schemeClr val="accent1">
                  <a:shade val="15000"/>
                </a:schemeClr>
              </a:solidFill>
            </a:ln>
          </p:spPr>
        </p:pic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208FFDA8-1AA7-0214-61F7-CBAC5A66A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44206" t="92301" r="39234" b="-577"/>
            <a:stretch>
              <a:fillRect/>
            </a:stretch>
          </p:blipFill>
          <p:spPr>
            <a:xfrm>
              <a:off x="18104984" y="16903720"/>
              <a:ext cx="4754831" cy="871660"/>
            </a:xfrm>
            <a:prstGeom prst="rect">
              <a:avLst/>
            </a:prstGeom>
            <a:ln w="76200">
              <a:noFill/>
            </a:ln>
            <a:effectLst>
              <a:softEdge rad="0"/>
            </a:effectLst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686FB8A4-8588-AE1F-677D-6A3035429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7658" t="86989" r="87080" b="8428"/>
            <a:stretch>
              <a:fillRect/>
            </a:stretch>
          </p:blipFill>
          <p:spPr>
            <a:xfrm>
              <a:off x="15694630" y="16872553"/>
              <a:ext cx="1215557" cy="647406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88" name="Imagen 87">
              <a:extLst>
                <a:ext uri="{FF2B5EF4-FFF2-40B4-BE49-F238E27FC236}">
                  <a16:creationId xmlns:a16="http://schemas.microsoft.com/office/drawing/2014/main" id="{890FEDE4-56C6-690C-28A7-1A000EC39FD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2975" t="87344" r="1385" b="8642"/>
            <a:stretch>
              <a:fillRect/>
            </a:stretch>
          </p:blipFill>
          <p:spPr>
            <a:xfrm>
              <a:off x="23519324" y="16887300"/>
              <a:ext cx="1404577" cy="611473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66F957DC-4973-0DA4-3762-861B2A8A56F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7487" t="87313" r="6873" b="8673"/>
            <a:stretch>
              <a:fillRect/>
            </a:stretch>
          </p:blipFill>
          <p:spPr>
            <a:xfrm>
              <a:off x="22932234" y="16887300"/>
              <a:ext cx="733614" cy="319374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ADFE78A0-1AF3-1480-4C60-65460F9BD32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87487" t="87313" r="6873" b="8673"/>
            <a:stretch>
              <a:fillRect/>
            </a:stretch>
          </p:blipFill>
          <p:spPr>
            <a:xfrm>
              <a:off x="16900561" y="16917366"/>
              <a:ext cx="733614" cy="319374"/>
            </a:xfrm>
            <a:prstGeom prst="rect">
              <a:avLst/>
            </a:prstGeom>
            <a:ln w="76200">
              <a:noFill/>
            </a:ln>
          </p:spPr>
        </p:pic>
      </p:grpSp>
      <p:sp>
        <p:nvSpPr>
          <p:cNvPr id="120" name="Rectángulo redondeado 119">
            <a:extLst>
              <a:ext uri="{FF2B5EF4-FFF2-40B4-BE49-F238E27FC236}">
                <a16:creationId xmlns:a16="http://schemas.microsoft.com/office/drawing/2014/main" id="{A8214837-2312-35ED-5B2C-0624C98D1A1C}"/>
              </a:ext>
            </a:extLst>
          </p:cNvPr>
          <p:cNvSpPr/>
          <p:nvPr/>
        </p:nvSpPr>
        <p:spPr>
          <a:xfrm>
            <a:off x="346202" y="29739490"/>
            <a:ext cx="18561304" cy="1017852"/>
          </a:xfrm>
          <a:prstGeom prst="roundRect">
            <a:avLst>
              <a:gd name="adj" fmla="val 1751"/>
            </a:avLst>
          </a:prstGeom>
          <a:solidFill>
            <a:srgbClr val="FBE3D6"/>
          </a:solidFill>
          <a:ln w="76200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s-E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RANSAC</a:t>
            </a:r>
            <a:r>
              <a:rPr lang="es-E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7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ES" sz="7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pic>
        <p:nvPicPr>
          <p:cNvPr id="124" name="Imagen 123" descr="Mesa de billar con bolas de colores&#10;&#10;El contenido generado por IA puede ser incorrecto.">
            <a:extLst>
              <a:ext uri="{FF2B5EF4-FFF2-40B4-BE49-F238E27FC236}">
                <a16:creationId xmlns:a16="http://schemas.microsoft.com/office/drawing/2014/main" id="{D7790FBC-A8E2-8D36-D422-9F7DE9D5041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9124" t="9401" r="24226" b="15848"/>
          <a:stretch>
            <a:fillRect/>
          </a:stretch>
        </p:blipFill>
        <p:spPr>
          <a:xfrm>
            <a:off x="25988280" y="14684361"/>
            <a:ext cx="3654948" cy="2628797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126" name="Imagen 125" descr="Mesa de billar con bolas de colores&#10;&#10;El contenido generado por IA puede ser incorrecto.">
            <a:extLst>
              <a:ext uri="{FF2B5EF4-FFF2-40B4-BE49-F238E27FC236}">
                <a16:creationId xmlns:a16="http://schemas.microsoft.com/office/drawing/2014/main" id="{E459CE5F-E071-B6C4-E1DF-99871ACF9E61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8067" t="25165" r="48192" b="9931"/>
          <a:stretch>
            <a:fillRect/>
          </a:stretch>
        </p:blipFill>
        <p:spPr>
          <a:xfrm rot="16200000">
            <a:off x="25731807" y="11231290"/>
            <a:ext cx="2555884" cy="3654950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128" name="Imagen 127" descr="Mesa de billar con bolas de colores&#10;&#10;El contenido generado por IA puede ser incorrecto.">
            <a:extLst>
              <a:ext uri="{FF2B5EF4-FFF2-40B4-BE49-F238E27FC236}">
                <a16:creationId xmlns:a16="http://schemas.microsoft.com/office/drawing/2014/main" id="{07A76F76-C2AF-F936-8617-5FB84A1718A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2291" t="27500" r="38239" b="27043"/>
          <a:stretch>
            <a:fillRect/>
          </a:stretch>
        </p:blipFill>
        <p:spPr>
          <a:xfrm rot="9169417">
            <a:off x="19516262" y="12230972"/>
            <a:ext cx="2348178" cy="2901286"/>
          </a:xfrm>
          <a:prstGeom prst="rect">
            <a:avLst/>
          </a:prstGeom>
          <a:ln>
            <a:noFill/>
          </a:ln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DE57F1B2-617B-A764-CC94-1EEAF52C3C2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6803" t="13676" r="10212" b="5256"/>
          <a:stretch>
            <a:fillRect/>
          </a:stretch>
        </p:blipFill>
        <p:spPr>
          <a:xfrm>
            <a:off x="9921145" y="31092440"/>
            <a:ext cx="8917774" cy="7894510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516A8F28-54E2-12BB-D81A-935F54CF63F4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15671" r="10996" b="7140"/>
          <a:stretch>
            <a:fillRect/>
          </a:stretch>
        </p:blipFill>
        <p:spPr>
          <a:xfrm>
            <a:off x="416702" y="31092441"/>
            <a:ext cx="9214826" cy="7894510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158" name="Imagen 157">
            <a:extLst>
              <a:ext uri="{FF2B5EF4-FFF2-40B4-BE49-F238E27FC236}">
                <a16:creationId xmlns:a16="http://schemas.microsoft.com/office/drawing/2014/main" id="{C8AF837F-D2BD-2346-DF04-5C87FE43BD1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14121" r="8878"/>
          <a:stretch>
            <a:fillRect/>
          </a:stretch>
        </p:blipFill>
        <p:spPr>
          <a:xfrm>
            <a:off x="556381" y="21877005"/>
            <a:ext cx="8885554" cy="7572194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53AFC536-9E5B-62CE-E350-4AAB02D7B9D5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6104" t="14072" r="11957"/>
          <a:stretch>
            <a:fillRect/>
          </a:stretch>
        </p:blipFill>
        <p:spPr>
          <a:xfrm>
            <a:off x="9845180" y="21877005"/>
            <a:ext cx="8885554" cy="7572194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grpSp>
        <p:nvGrpSpPr>
          <p:cNvPr id="170" name="Grupo 169">
            <a:extLst>
              <a:ext uri="{FF2B5EF4-FFF2-40B4-BE49-F238E27FC236}">
                <a16:creationId xmlns:a16="http://schemas.microsoft.com/office/drawing/2014/main" id="{748C4E05-D612-489A-912D-0FC858E71CF0}"/>
              </a:ext>
            </a:extLst>
          </p:cNvPr>
          <p:cNvGrpSpPr/>
          <p:nvPr/>
        </p:nvGrpSpPr>
        <p:grpSpPr>
          <a:xfrm>
            <a:off x="257080" y="17452195"/>
            <a:ext cx="29720440" cy="8295658"/>
            <a:chOff x="257080" y="17452195"/>
            <a:chExt cx="29720440" cy="8295658"/>
          </a:xfrm>
        </p:grpSpPr>
        <p:grpSp>
          <p:nvGrpSpPr>
            <p:cNvPr id="167" name="Grupo 166">
              <a:extLst>
                <a:ext uri="{FF2B5EF4-FFF2-40B4-BE49-F238E27FC236}">
                  <a16:creationId xmlns:a16="http://schemas.microsoft.com/office/drawing/2014/main" id="{76EB1652-969B-1226-758A-6C8CDFB62530}"/>
                </a:ext>
              </a:extLst>
            </p:cNvPr>
            <p:cNvGrpSpPr/>
            <p:nvPr/>
          </p:nvGrpSpPr>
          <p:grpSpPr>
            <a:xfrm>
              <a:off x="257080" y="17452195"/>
              <a:ext cx="29720440" cy="8295658"/>
              <a:chOff x="257080" y="17889522"/>
              <a:chExt cx="29720440" cy="8295658"/>
            </a:xfrm>
          </p:grpSpPr>
          <p:grpSp>
            <p:nvGrpSpPr>
              <p:cNvPr id="93" name="Grupo 92">
                <a:extLst>
                  <a:ext uri="{FF2B5EF4-FFF2-40B4-BE49-F238E27FC236}">
                    <a16:creationId xmlns:a16="http://schemas.microsoft.com/office/drawing/2014/main" id="{45736D0E-F619-8E7A-4012-E0B54B206EFF}"/>
                  </a:ext>
                </a:extLst>
              </p:cNvPr>
              <p:cNvGrpSpPr/>
              <p:nvPr/>
            </p:nvGrpSpPr>
            <p:grpSpPr>
              <a:xfrm>
                <a:off x="257080" y="17889522"/>
                <a:ext cx="19235205" cy="4720422"/>
                <a:chOff x="526360" y="19163507"/>
                <a:chExt cx="15066020" cy="11522360"/>
              </a:xfrm>
            </p:grpSpPr>
            <p:sp>
              <p:nvSpPr>
                <p:cNvPr id="35" name="Rectángulo redondeado 34">
                  <a:extLst>
                    <a:ext uri="{FF2B5EF4-FFF2-40B4-BE49-F238E27FC236}">
                      <a16:creationId xmlns:a16="http://schemas.microsoft.com/office/drawing/2014/main" id="{B16BF936-7190-35C8-AD9B-B1F75B155112}"/>
                    </a:ext>
                  </a:extLst>
                </p:cNvPr>
                <p:cNvSpPr/>
                <p:nvPr/>
              </p:nvSpPr>
              <p:spPr>
                <a:xfrm>
                  <a:off x="526360" y="19479423"/>
                  <a:ext cx="15066020" cy="9776278"/>
                </a:xfrm>
                <a:prstGeom prst="roundRect">
                  <a:avLst>
                    <a:gd name="adj" fmla="val 1751"/>
                  </a:avLst>
                </a:prstGeom>
                <a:solidFill>
                  <a:srgbClr val="FBE3D6"/>
                </a:solidFill>
                <a:ln w="76200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18516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4F093A6C-7A8A-50FB-3635-19FF4E7BC455}"/>
                    </a:ext>
                  </a:extLst>
                </p:cNvPr>
                <p:cNvSpPr txBox="1"/>
                <p:nvPr/>
              </p:nvSpPr>
              <p:spPr>
                <a:xfrm>
                  <a:off x="760915" y="19163507"/>
                  <a:ext cx="14666909" cy="31553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75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Methods</a:t>
                  </a:r>
                </a:p>
              </p:txBody>
            </p:sp>
            <p:sp>
              <p:nvSpPr>
                <p:cNvPr id="91" name="CuadroTexto 90">
                  <a:extLst>
                    <a:ext uri="{FF2B5EF4-FFF2-40B4-BE49-F238E27FC236}">
                      <a16:creationId xmlns:a16="http://schemas.microsoft.com/office/drawing/2014/main" id="{D1586592-1E5C-9261-0C92-87195DA43A33}"/>
                    </a:ext>
                  </a:extLst>
                </p:cNvPr>
                <p:cNvSpPr txBox="1"/>
                <p:nvPr/>
              </p:nvSpPr>
              <p:spPr>
                <a:xfrm>
                  <a:off x="763796" y="19860064"/>
                  <a:ext cx="14536585" cy="108258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								 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By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facing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intensities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spectra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two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mixtures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with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different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composition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[2],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detect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linear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patterns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called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“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rays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”.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Each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ray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corresponds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unique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response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changes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in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composition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therefore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specific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chemical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specie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developed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different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unsupervised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clustering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Machine Learning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algorithms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isolate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each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ray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assign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each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cluster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chemical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species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SO</a:t>
                  </a:r>
                  <a:r>
                    <a:rPr lang="es-ES" sz="39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 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/ H</a:t>
                  </a:r>
                  <a:r>
                    <a:rPr lang="es-ES" sz="3900" baseline="-25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O.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focus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on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best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perfomance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achieved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by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RANSAC (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Random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sample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consensus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 </a:t>
                  </a:r>
                  <a:r>
                    <a:rPr lang="es-ES" sz="39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algorithm</a:t>
                  </a:r>
                  <a:r>
                    <a:rPr lang="es-ES" sz="39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/>
                  <a:endParaRPr lang="es-ES" sz="422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99" name="Grupo 98">
                <a:extLst>
                  <a:ext uri="{FF2B5EF4-FFF2-40B4-BE49-F238E27FC236}">
                    <a16:creationId xmlns:a16="http://schemas.microsoft.com/office/drawing/2014/main" id="{9B771B34-2D3E-7C78-7672-A2E89033FB47}"/>
                  </a:ext>
                </a:extLst>
              </p:cNvPr>
              <p:cNvGrpSpPr/>
              <p:nvPr/>
            </p:nvGrpSpPr>
            <p:grpSpPr>
              <a:xfrm>
                <a:off x="19202232" y="18020589"/>
                <a:ext cx="10775288" cy="8164591"/>
                <a:chOff x="20446609" y="19524564"/>
                <a:chExt cx="11479293" cy="5272167"/>
              </a:xfrm>
            </p:grpSpPr>
            <p:sp>
              <p:nvSpPr>
                <p:cNvPr id="95" name="Rectángulo redondeado 94">
                  <a:extLst>
                    <a:ext uri="{FF2B5EF4-FFF2-40B4-BE49-F238E27FC236}">
                      <a16:creationId xmlns:a16="http://schemas.microsoft.com/office/drawing/2014/main" id="{E01E5A0C-F51B-9DC7-FA67-39B073253E8F}"/>
                    </a:ext>
                  </a:extLst>
                </p:cNvPr>
                <p:cNvSpPr/>
                <p:nvPr/>
              </p:nvSpPr>
              <p:spPr>
                <a:xfrm>
                  <a:off x="20446609" y="19524564"/>
                  <a:ext cx="11479293" cy="5272167"/>
                </a:xfrm>
                <a:prstGeom prst="roundRect">
                  <a:avLst>
                    <a:gd name="adj" fmla="val 1751"/>
                  </a:avLst>
                </a:prstGeom>
                <a:solidFill>
                  <a:srgbClr val="FBE3D6"/>
                </a:solidFill>
                <a:ln w="76200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5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6" name="CuadroTexto 95">
                  <a:extLst>
                    <a:ext uri="{FF2B5EF4-FFF2-40B4-BE49-F238E27FC236}">
                      <a16:creationId xmlns:a16="http://schemas.microsoft.com/office/drawing/2014/main" id="{B75A8B73-E918-26D9-7A18-3E760B204D56}"/>
                    </a:ext>
                  </a:extLst>
                </p:cNvPr>
                <p:cNvSpPr txBox="1"/>
                <p:nvPr/>
              </p:nvSpPr>
              <p:spPr>
                <a:xfrm>
                  <a:off x="20764870" y="19589683"/>
                  <a:ext cx="11074578" cy="520704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s-ES" sz="4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Modified</a:t>
                  </a:r>
                  <a:r>
                    <a:rPr lang="es-ES" sz="44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RANSAC </a:t>
                  </a:r>
                  <a:r>
                    <a:rPr lang="es-ES" sz="4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Algorithm</a:t>
                  </a:r>
                  <a:endParaRPr lang="es-E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just"/>
                  <a:endParaRPr lang="es-E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just"/>
                  <a:r>
                    <a:rPr lang="es-ES" sz="4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1.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Iterates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over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all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possible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linear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regressions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	 	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forcing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intercept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origin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/>
                  <a:r>
                    <a:rPr lang="es-ES" sz="4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2. 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Scores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regressions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according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number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	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inliers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	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within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angular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threshold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/>
                  <a:r>
                    <a:rPr lang="es-ES" sz="4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3.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Clusters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all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inliers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within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best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regression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/>
                  <a:r>
                    <a:rPr lang="es-ES" sz="40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4.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Removes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cluster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and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repeats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process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.</a:t>
                  </a:r>
                </a:p>
                <a:p>
                  <a:pPr algn="just"/>
                  <a:endParaRPr lang="es-ES" sz="7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just"/>
                  <a:r>
                    <a:rPr lang="es-ES" sz="44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Hyperparameters</a:t>
                  </a:r>
                  <a:endParaRPr lang="es-ES" sz="44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just"/>
                  <a:endParaRPr lang="es-ES" sz="10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571500" indent="-571500" algn="just">
                    <a:buFont typeface="Wingdings" pitchFamily="2" charset="2"/>
                    <a:buChar char="§"/>
                  </a:pP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Minimum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datapoints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used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per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regression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2</a:t>
                  </a:r>
                </a:p>
                <a:p>
                  <a:pPr marL="571500" indent="-571500" algn="just">
                    <a:buFont typeface="Wingdings" pitchFamily="2" charset="2"/>
                    <a:buChar char="§"/>
                  </a:pP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number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of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clusters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20</a:t>
                  </a:r>
                </a:p>
                <a:p>
                  <a:pPr marL="571500" indent="-571500" algn="just">
                    <a:buFont typeface="Wingdings" pitchFamily="2" charset="2"/>
                    <a:buChar char="§"/>
                  </a:pP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iterations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10 000</a:t>
                  </a:r>
                </a:p>
                <a:p>
                  <a:pPr marL="571500" indent="-571500" algn="just">
                    <a:buFont typeface="Wingdings" pitchFamily="2" charset="2"/>
                    <a:buChar char="§"/>
                  </a:pP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Angular </a:t>
                  </a:r>
                  <a:r>
                    <a:rPr lang="es-ES" sz="4000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threshold</a:t>
                  </a:r>
                  <a:r>
                    <a:rPr lang="es-ES" sz="40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 0.02 rads</a:t>
                  </a:r>
                </a:p>
              </p:txBody>
            </p:sp>
          </p:grpSp>
        </p:grpSp>
        <p:sp>
          <p:nvSpPr>
            <p:cNvPr id="163" name="Rectángulo redondeado 162">
              <a:extLst>
                <a:ext uri="{FF2B5EF4-FFF2-40B4-BE49-F238E27FC236}">
                  <a16:creationId xmlns:a16="http://schemas.microsoft.com/office/drawing/2014/main" id="{641F44CB-D311-0D45-1EBA-AA2E5185704A}"/>
                </a:ext>
              </a:extLst>
            </p:cNvPr>
            <p:cNvSpPr/>
            <p:nvPr/>
          </p:nvSpPr>
          <p:spPr>
            <a:xfrm>
              <a:off x="19119481" y="17641156"/>
              <a:ext cx="298744" cy="3910291"/>
            </a:xfrm>
            <a:prstGeom prst="roundRect">
              <a:avLst>
                <a:gd name="adj" fmla="val 1751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9" name="Grupo 168">
            <a:extLst>
              <a:ext uri="{FF2B5EF4-FFF2-40B4-BE49-F238E27FC236}">
                <a16:creationId xmlns:a16="http://schemas.microsoft.com/office/drawing/2014/main" id="{560BFE22-2924-79C8-0537-F108157B7806}"/>
              </a:ext>
            </a:extLst>
          </p:cNvPr>
          <p:cNvGrpSpPr/>
          <p:nvPr/>
        </p:nvGrpSpPr>
        <p:grpSpPr>
          <a:xfrm>
            <a:off x="16475189" y="25996256"/>
            <a:ext cx="13382427" cy="10236869"/>
            <a:chOff x="16499340" y="27910103"/>
            <a:chExt cx="13382427" cy="10236869"/>
          </a:xfrm>
        </p:grpSpPr>
        <p:grpSp>
          <p:nvGrpSpPr>
            <p:cNvPr id="112" name="Grupo 111">
              <a:extLst>
                <a:ext uri="{FF2B5EF4-FFF2-40B4-BE49-F238E27FC236}">
                  <a16:creationId xmlns:a16="http://schemas.microsoft.com/office/drawing/2014/main" id="{1965262D-D981-E025-0DEC-07C02470C518}"/>
                </a:ext>
              </a:extLst>
            </p:cNvPr>
            <p:cNvGrpSpPr/>
            <p:nvPr/>
          </p:nvGrpSpPr>
          <p:grpSpPr>
            <a:xfrm>
              <a:off x="16499340" y="27910103"/>
              <a:ext cx="13382427" cy="9104445"/>
              <a:chOff x="18149479" y="19267657"/>
              <a:chExt cx="11813514" cy="6449975"/>
            </a:xfrm>
          </p:grpSpPr>
          <p:grpSp>
            <p:nvGrpSpPr>
              <p:cNvPr id="113" name="Grupo 112">
                <a:extLst>
                  <a:ext uri="{FF2B5EF4-FFF2-40B4-BE49-F238E27FC236}">
                    <a16:creationId xmlns:a16="http://schemas.microsoft.com/office/drawing/2014/main" id="{9F2EC56A-BFDE-EE04-6254-AD82508FC308}"/>
                  </a:ext>
                </a:extLst>
              </p:cNvPr>
              <p:cNvGrpSpPr/>
              <p:nvPr/>
            </p:nvGrpSpPr>
            <p:grpSpPr>
              <a:xfrm>
                <a:off x="20529790" y="19302566"/>
                <a:ext cx="9433203" cy="6415066"/>
                <a:chOff x="20358862" y="17788225"/>
                <a:chExt cx="9433203" cy="6415066"/>
              </a:xfrm>
            </p:grpSpPr>
            <p:sp>
              <p:nvSpPr>
                <p:cNvPr id="117" name="Rectángulo redondeado 116">
                  <a:extLst>
                    <a:ext uri="{FF2B5EF4-FFF2-40B4-BE49-F238E27FC236}">
                      <a16:creationId xmlns:a16="http://schemas.microsoft.com/office/drawing/2014/main" id="{AE27840D-39AB-024C-EE1A-9F1F347B0EB9}"/>
                    </a:ext>
                  </a:extLst>
                </p:cNvPr>
                <p:cNvSpPr/>
                <p:nvPr/>
              </p:nvSpPr>
              <p:spPr>
                <a:xfrm>
                  <a:off x="20358862" y="17788225"/>
                  <a:ext cx="9433203" cy="6415066"/>
                </a:xfrm>
                <a:prstGeom prst="roundRect">
                  <a:avLst>
                    <a:gd name="adj" fmla="val 1751"/>
                  </a:avLst>
                </a:prstGeom>
                <a:solidFill>
                  <a:srgbClr val="FBE3D6"/>
                </a:solidFill>
                <a:ln w="76200">
                  <a:solidFill>
                    <a:schemeClr val="accent1">
                      <a:shade val="1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sz="54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18" name="CuadroTexto 117">
                  <a:extLst>
                    <a:ext uri="{FF2B5EF4-FFF2-40B4-BE49-F238E27FC236}">
                      <a16:creationId xmlns:a16="http://schemas.microsoft.com/office/drawing/2014/main" id="{87E92AC9-A947-6D10-6CF6-835033658DEB}"/>
                    </a:ext>
                  </a:extLst>
                </p:cNvPr>
                <p:cNvSpPr txBox="1"/>
                <p:nvPr/>
              </p:nvSpPr>
              <p:spPr>
                <a:xfrm>
                  <a:off x="20653661" y="19716095"/>
                  <a:ext cx="8961604" cy="74174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endParaRPr lang="es-ES" sz="422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116" name="CuadroTexto 115">
                <a:extLst>
                  <a:ext uri="{FF2B5EF4-FFF2-40B4-BE49-F238E27FC236}">
                    <a16:creationId xmlns:a16="http://schemas.microsoft.com/office/drawing/2014/main" id="{A9A93AF0-871D-1143-13DA-69F8BDCF8724}"/>
                  </a:ext>
                </a:extLst>
              </p:cNvPr>
              <p:cNvSpPr txBox="1"/>
              <p:nvPr/>
            </p:nvSpPr>
            <p:spPr>
              <a:xfrm>
                <a:off x="18149479" y="19267657"/>
                <a:ext cx="8673579" cy="1009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66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Discussion</a:t>
                </a:r>
                <a:endParaRPr lang="es-ES" sz="66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64" name="CuadroTexto 163">
              <a:extLst>
                <a:ext uri="{FF2B5EF4-FFF2-40B4-BE49-F238E27FC236}">
                  <a16:creationId xmlns:a16="http://schemas.microsoft.com/office/drawing/2014/main" id="{8E5F449A-277E-CBE0-6424-A558B16529F0}"/>
                </a:ext>
              </a:extLst>
            </p:cNvPr>
            <p:cNvSpPr txBox="1"/>
            <p:nvPr/>
          </p:nvSpPr>
          <p:spPr>
            <a:xfrm>
              <a:off x="19448570" y="28144234"/>
              <a:ext cx="10151766" cy="100027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					After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trying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other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model’s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like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DBSCAN, FLEMIX and GMM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consider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RANSAC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be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suited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due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hyperparameter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flexibility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RANSAC shows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great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However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sensitive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densities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data and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Hyperparameters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adjustment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always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requiered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How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deal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these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drawbacks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Work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only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as data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avoid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densities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overfitting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Analyze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distributions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datapoint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4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slope</a:t>
              </a:r>
              <a:r>
                <a:rPr lang="es-ES" sz="4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4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endParaRPr lang="es-ES" sz="4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8" name="Grupo 177">
            <a:extLst>
              <a:ext uri="{FF2B5EF4-FFF2-40B4-BE49-F238E27FC236}">
                <a16:creationId xmlns:a16="http://schemas.microsoft.com/office/drawing/2014/main" id="{2FA283FD-582C-548D-3804-6F143B5DD2DE}"/>
              </a:ext>
            </a:extLst>
          </p:cNvPr>
          <p:cNvGrpSpPr/>
          <p:nvPr/>
        </p:nvGrpSpPr>
        <p:grpSpPr>
          <a:xfrm>
            <a:off x="359853" y="39235354"/>
            <a:ext cx="18547652" cy="1328959"/>
            <a:chOff x="334453" y="39235354"/>
            <a:chExt cx="15079103" cy="1328959"/>
          </a:xfrm>
        </p:grpSpPr>
        <p:grpSp>
          <p:nvGrpSpPr>
            <p:cNvPr id="172" name="Grupo 171">
              <a:extLst>
                <a:ext uri="{FF2B5EF4-FFF2-40B4-BE49-F238E27FC236}">
                  <a16:creationId xmlns:a16="http://schemas.microsoft.com/office/drawing/2014/main" id="{A63526A2-0F66-2030-61DD-4D5E991F5834}"/>
                </a:ext>
              </a:extLst>
            </p:cNvPr>
            <p:cNvGrpSpPr/>
            <p:nvPr/>
          </p:nvGrpSpPr>
          <p:grpSpPr>
            <a:xfrm>
              <a:off x="334453" y="39235354"/>
              <a:ext cx="15079103" cy="1328959"/>
              <a:chOff x="393447" y="39589339"/>
              <a:chExt cx="16963276" cy="1493011"/>
            </a:xfrm>
          </p:grpSpPr>
          <p:sp>
            <p:nvSpPr>
              <p:cNvPr id="156" name="Rectángulo redondeado 155">
                <a:extLst>
                  <a:ext uri="{FF2B5EF4-FFF2-40B4-BE49-F238E27FC236}">
                    <a16:creationId xmlns:a16="http://schemas.microsoft.com/office/drawing/2014/main" id="{392FF2C0-8DF4-0942-BB88-C1D788DC405A}"/>
                  </a:ext>
                </a:extLst>
              </p:cNvPr>
              <p:cNvSpPr/>
              <p:nvPr/>
            </p:nvSpPr>
            <p:spPr>
              <a:xfrm>
                <a:off x="393447" y="39589339"/>
                <a:ext cx="16963276" cy="1271584"/>
              </a:xfrm>
              <a:prstGeom prst="roundRect">
                <a:avLst>
                  <a:gd name="adj" fmla="val 1751"/>
                </a:avLst>
              </a:prstGeom>
              <a:solidFill>
                <a:srgbClr val="FBE3D6"/>
              </a:solidFill>
              <a:ln w="762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5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1" name="CuadroTexto 170">
                <a:extLst>
                  <a:ext uri="{FF2B5EF4-FFF2-40B4-BE49-F238E27FC236}">
                    <a16:creationId xmlns:a16="http://schemas.microsoft.com/office/drawing/2014/main" id="{5040B65E-672E-07D1-3716-D53A1E073EB7}"/>
                  </a:ext>
                </a:extLst>
              </p:cNvPr>
              <p:cNvSpPr txBox="1"/>
              <p:nvPr/>
            </p:nvSpPr>
            <p:spPr>
              <a:xfrm>
                <a:off x="4398884" y="39630117"/>
                <a:ext cx="10743234" cy="14522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7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</a:t>
                </a:r>
                <a:r>
                  <a:rPr lang="es-E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1] 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N. A. Seifert et al., Mol.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Spectrosc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321</a:t>
                </a:r>
                <a:r>
                  <a:rPr lang="es-E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13-21 (2015).</a:t>
                </a:r>
              </a:p>
              <a:p>
                <a:r>
                  <a:rPr lang="es-ES" sz="3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[2] 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K. C. Gilbert</a:t>
                </a:r>
                <a:r>
                  <a:rPr lang="es-ES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et al</a:t>
                </a:r>
                <a:r>
                  <a:rPr lang="es-ES" sz="30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., 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J.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Phys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Chem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A. 129 (45), 10393-10403 (2025).</a:t>
                </a:r>
              </a:p>
              <a:p>
                <a:endParaRPr lang="es-ES" dirty="0"/>
              </a:p>
            </p:txBody>
          </p:sp>
        </p:grpSp>
        <p:sp>
          <p:nvSpPr>
            <p:cNvPr id="177" name="CuadroTexto 176">
              <a:extLst>
                <a:ext uri="{FF2B5EF4-FFF2-40B4-BE49-F238E27FC236}">
                  <a16:creationId xmlns:a16="http://schemas.microsoft.com/office/drawing/2014/main" id="{651FCBF5-9CD4-EA34-365C-B6B6A3847AF3}"/>
                </a:ext>
              </a:extLst>
            </p:cNvPr>
            <p:cNvSpPr txBox="1"/>
            <p:nvPr/>
          </p:nvSpPr>
          <p:spPr>
            <a:xfrm>
              <a:off x="490703" y="39290624"/>
              <a:ext cx="491253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5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References</a:t>
              </a:r>
              <a:endParaRPr lang="es-ES" sz="5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4612ECE2-D5DA-978C-934C-1FDF5C7B69D1}"/>
              </a:ext>
            </a:extLst>
          </p:cNvPr>
          <p:cNvGrpSpPr/>
          <p:nvPr/>
        </p:nvGrpSpPr>
        <p:grpSpPr>
          <a:xfrm>
            <a:off x="359853" y="40551522"/>
            <a:ext cx="17184775" cy="2089095"/>
            <a:chOff x="334454" y="39203584"/>
            <a:chExt cx="16411589" cy="2089095"/>
          </a:xfrm>
        </p:grpSpPr>
        <p:grpSp>
          <p:nvGrpSpPr>
            <p:cNvPr id="180" name="Grupo 179">
              <a:extLst>
                <a:ext uri="{FF2B5EF4-FFF2-40B4-BE49-F238E27FC236}">
                  <a16:creationId xmlns:a16="http://schemas.microsoft.com/office/drawing/2014/main" id="{AD92910A-84A9-C21C-9667-7EB4E6B05BF8}"/>
                </a:ext>
              </a:extLst>
            </p:cNvPr>
            <p:cNvGrpSpPr/>
            <p:nvPr/>
          </p:nvGrpSpPr>
          <p:grpSpPr>
            <a:xfrm>
              <a:off x="334454" y="39235340"/>
              <a:ext cx="16411589" cy="2057339"/>
              <a:chOff x="393448" y="39589339"/>
              <a:chExt cx="18462259" cy="2311306"/>
            </a:xfrm>
          </p:grpSpPr>
          <p:sp>
            <p:nvSpPr>
              <p:cNvPr id="182" name="Rectángulo redondeado 181">
                <a:extLst>
                  <a:ext uri="{FF2B5EF4-FFF2-40B4-BE49-F238E27FC236}">
                    <a16:creationId xmlns:a16="http://schemas.microsoft.com/office/drawing/2014/main" id="{B40ED2E2-692D-53F9-8274-03A99038BD49}"/>
                  </a:ext>
                </a:extLst>
              </p:cNvPr>
              <p:cNvSpPr/>
              <p:nvPr/>
            </p:nvSpPr>
            <p:spPr>
              <a:xfrm>
                <a:off x="393448" y="39589339"/>
                <a:ext cx="9331890" cy="2120274"/>
              </a:xfrm>
              <a:prstGeom prst="roundRect">
                <a:avLst>
                  <a:gd name="adj" fmla="val 1751"/>
                </a:avLst>
              </a:prstGeom>
              <a:solidFill>
                <a:srgbClr val="FBE3D6"/>
              </a:solidFill>
              <a:ln w="76200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5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3" name="CuadroTexto 182">
                <a:extLst>
                  <a:ext uri="{FF2B5EF4-FFF2-40B4-BE49-F238E27FC236}">
                    <a16:creationId xmlns:a16="http://schemas.microsoft.com/office/drawing/2014/main" id="{17C00819-5C0A-CB5C-F6AD-D47E893E5B7A}"/>
                  </a:ext>
                </a:extLst>
              </p:cNvPr>
              <p:cNvSpPr txBox="1"/>
              <p:nvPr/>
            </p:nvSpPr>
            <p:spPr>
              <a:xfrm>
                <a:off x="569222" y="40448413"/>
                <a:ext cx="18286485" cy="14522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was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funded</a:t>
                </a:r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3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endParaRPr lang="es-ES" sz="3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s-ES" sz="3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MICIU (Project PID2022-136525NA-I00)</a:t>
                </a:r>
              </a:p>
              <a:p>
                <a:endParaRPr lang="es-ES" dirty="0"/>
              </a:p>
            </p:txBody>
          </p:sp>
        </p:grpSp>
        <p:sp>
          <p:nvSpPr>
            <p:cNvPr id="181" name="CuadroTexto 180">
              <a:extLst>
                <a:ext uri="{FF2B5EF4-FFF2-40B4-BE49-F238E27FC236}">
                  <a16:creationId xmlns:a16="http://schemas.microsoft.com/office/drawing/2014/main" id="{41BEF34F-2872-786C-1D08-300D2742552D}"/>
                </a:ext>
              </a:extLst>
            </p:cNvPr>
            <p:cNvSpPr txBox="1"/>
            <p:nvPr/>
          </p:nvSpPr>
          <p:spPr>
            <a:xfrm>
              <a:off x="490703" y="39203584"/>
              <a:ext cx="4912539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5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Ackowledgments</a:t>
              </a:r>
              <a:endParaRPr lang="es-ES" sz="5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89" name="Imagen 188">
            <a:extLst>
              <a:ext uri="{FF2B5EF4-FFF2-40B4-BE49-F238E27FC236}">
                <a16:creationId xmlns:a16="http://schemas.microsoft.com/office/drawing/2014/main" id="{118A883E-CB0D-9191-AFD5-5D34F6CFD0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17338" y="40564313"/>
            <a:ext cx="9740896" cy="1887298"/>
          </a:xfrm>
          <a:prstGeom prst="rect">
            <a:avLst/>
          </a:prstGeom>
        </p:spPr>
      </p:pic>
      <p:grpSp>
        <p:nvGrpSpPr>
          <p:cNvPr id="196" name="Grupo 195">
            <a:extLst>
              <a:ext uri="{FF2B5EF4-FFF2-40B4-BE49-F238E27FC236}">
                <a16:creationId xmlns:a16="http://schemas.microsoft.com/office/drawing/2014/main" id="{65A7A68E-1C7C-0C07-5774-C4B1D8AE795A}"/>
              </a:ext>
            </a:extLst>
          </p:cNvPr>
          <p:cNvGrpSpPr/>
          <p:nvPr/>
        </p:nvGrpSpPr>
        <p:grpSpPr>
          <a:xfrm>
            <a:off x="6982518" y="33264304"/>
            <a:ext cx="2328976" cy="1935459"/>
            <a:chOff x="6982518" y="33264304"/>
            <a:chExt cx="2328976" cy="1935459"/>
          </a:xfrm>
        </p:grpSpPr>
        <p:sp>
          <p:nvSpPr>
            <p:cNvPr id="191" name="CuadroTexto 190">
              <a:extLst>
                <a:ext uri="{FF2B5EF4-FFF2-40B4-BE49-F238E27FC236}">
                  <a16:creationId xmlns:a16="http://schemas.microsoft.com/office/drawing/2014/main" id="{AA849A51-6EEC-08B6-3BE2-1DE907DBC4EB}"/>
                </a:ext>
              </a:extLst>
            </p:cNvPr>
            <p:cNvSpPr txBox="1"/>
            <p:nvPr/>
          </p:nvSpPr>
          <p:spPr>
            <a:xfrm>
              <a:off x="7408786" y="34245656"/>
              <a:ext cx="19027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  <a:r>
                <a: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</a:t>
              </a:r>
              <a:endPara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3" name="Elipse 192">
              <a:extLst>
                <a:ext uri="{FF2B5EF4-FFF2-40B4-BE49-F238E27FC236}">
                  <a16:creationId xmlns:a16="http://schemas.microsoft.com/office/drawing/2014/main" id="{AF7BF06E-6A90-18AC-0DD0-C08F53AB277E}"/>
                </a:ext>
              </a:extLst>
            </p:cNvPr>
            <p:cNvSpPr/>
            <p:nvPr/>
          </p:nvSpPr>
          <p:spPr>
            <a:xfrm>
              <a:off x="6982518" y="33642947"/>
              <a:ext cx="364806" cy="348711"/>
            </a:xfrm>
            <a:prstGeom prst="ellipse">
              <a:avLst/>
            </a:prstGeom>
            <a:solidFill>
              <a:srgbClr val="FF00EE">
                <a:alpha val="50196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94" name="Elipse 193">
              <a:extLst>
                <a:ext uri="{FF2B5EF4-FFF2-40B4-BE49-F238E27FC236}">
                  <a16:creationId xmlns:a16="http://schemas.microsoft.com/office/drawing/2014/main" id="{7BD89107-31EF-EEBE-791C-9C670D76CC52}"/>
                </a:ext>
              </a:extLst>
            </p:cNvPr>
            <p:cNvSpPr/>
            <p:nvPr/>
          </p:nvSpPr>
          <p:spPr>
            <a:xfrm>
              <a:off x="6982518" y="34548353"/>
              <a:ext cx="364806" cy="348711"/>
            </a:xfrm>
            <a:prstGeom prst="ellipse">
              <a:avLst/>
            </a:prstGeom>
            <a:solidFill>
              <a:srgbClr val="FF00EE"/>
            </a:solidFill>
            <a:ln w="38100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5" name="CuadroTexto 194">
              <a:extLst>
                <a:ext uri="{FF2B5EF4-FFF2-40B4-BE49-F238E27FC236}">
                  <a16:creationId xmlns:a16="http://schemas.microsoft.com/office/drawing/2014/main" id="{F593A6D2-5A98-2039-9988-A43681ECEA16}"/>
                </a:ext>
              </a:extLst>
            </p:cNvPr>
            <p:cNvSpPr txBox="1"/>
            <p:nvPr/>
          </p:nvSpPr>
          <p:spPr>
            <a:xfrm>
              <a:off x="7375982" y="33264304"/>
              <a:ext cx="19027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  <a:r>
                <a: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datapoint</a:t>
              </a:r>
              <a:endPara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7" name="Grupo 196">
            <a:extLst>
              <a:ext uri="{FF2B5EF4-FFF2-40B4-BE49-F238E27FC236}">
                <a16:creationId xmlns:a16="http://schemas.microsoft.com/office/drawing/2014/main" id="{1D79C9D8-3F49-91EA-3265-3AE0B935C570}"/>
              </a:ext>
            </a:extLst>
          </p:cNvPr>
          <p:cNvGrpSpPr/>
          <p:nvPr/>
        </p:nvGrpSpPr>
        <p:grpSpPr>
          <a:xfrm>
            <a:off x="6862285" y="23714144"/>
            <a:ext cx="2328976" cy="1935459"/>
            <a:chOff x="6982518" y="33264304"/>
            <a:chExt cx="2328976" cy="1935459"/>
          </a:xfrm>
        </p:grpSpPr>
        <p:sp>
          <p:nvSpPr>
            <p:cNvPr id="198" name="CuadroTexto 197">
              <a:extLst>
                <a:ext uri="{FF2B5EF4-FFF2-40B4-BE49-F238E27FC236}">
                  <a16:creationId xmlns:a16="http://schemas.microsoft.com/office/drawing/2014/main" id="{F3856C8E-4F47-67E9-346C-E8FCB8D64DE8}"/>
                </a:ext>
              </a:extLst>
            </p:cNvPr>
            <p:cNvSpPr txBox="1"/>
            <p:nvPr/>
          </p:nvSpPr>
          <p:spPr>
            <a:xfrm>
              <a:off x="7408786" y="34245656"/>
              <a:ext cx="19027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  <a:r>
                <a: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</a:t>
              </a:r>
              <a:endPara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9" name="Elipse 198">
              <a:extLst>
                <a:ext uri="{FF2B5EF4-FFF2-40B4-BE49-F238E27FC236}">
                  <a16:creationId xmlns:a16="http://schemas.microsoft.com/office/drawing/2014/main" id="{40DD159D-D49B-48FA-D080-85A45108CDA4}"/>
                </a:ext>
              </a:extLst>
            </p:cNvPr>
            <p:cNvSpPr/>
            <p:nvPr/>
          </p:nvSpPr>
          <p:spPr>
            <a:xfrm>
              <a:off x="6982518" y="33642947"/>
              <a:ext cx="364806" cy="348711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200" name="Elipse 199">
              <a:extLst>
                <a:ext uri="{FF2B5EF4-FFF2-40B4-BE49-F238E27FC236}">
                  <a16:creationId xmlns:a16="http://schemas.microsoft.com/office/drawing/2014/main" id="{B2EC43BF-CF09-FF22-172D-EF1C139A2259}"/>
                </a:ext>
              </a:extLst>
            </p:cNvPr>
            <p:cNvSpPr/>
            <p:nvPr/>
          </p:nvSpPr>
          <p:spPr>
            <a:xfrm>
              <a:off x="6982518" y="34548353"/>
              <a:ext cx="364806" cy="348711"/>
            </a:xfrm>
            <a:prstGeom prst="ellipse">
              <a:avLst/>
            </a:prstGeom>
            <a:solidFill>
              <a:srgbClr val="FF0000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1" name="CuadroTexto 200">
              <a:extLst>
                <a:ext uri="{FF2B5EF4-FFF2-40B4-BE49-F238E27FC236}">
                  <a16:creationId xmlns:a16="http://schemas.microsoft.com/office/drawing/2014/main" id="{A6F3D119-E272-D0AF-7B30-B90213341D4B}"/>
                </a:ext>
              </a:extLst>
            </p:cNvPr>
            <p:cNvSpPr txBox="1"/>
            <p:nvPr/>
          </p:nvSpPr>
          <p:spPr>
            <a:xfrm>
              <a:off x="7375982" y="33264304"/>
              <a:ext cx="1902708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  <a:r>
                <a: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8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datapoint</a:t>
              </a:r>
              <a:endParaRPr lang="es-E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03" name="Imagen 202">
            <a:extLst>
              <a:ext uri="{FF2B5EF4-FFF2-40B4-BE49-F238E27FC236}">
                <a16:creationId xmlns:a16="http://schemas.microsoft.com/office/drawing/2014/main" id="{7A4A2FC8-51A9-A581-339D-2993338ABE5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6537" t="13008" r="-282" b="1511"/>
          <a:stretch>
            <a:fillRect/>
          </a:stretch>
        </p:blipFill>
        <p:spPr>
          <a:xfrm>
            <a:off x="19171564" y="38797681"/>
            <a:ext cx="10685995" cy="3653930"/>
          </a:xfrm>
          <a:prstGeom prst="rect">
            <a:avLst/>
          </a:prstGeom>
          <a:ln w="76200">
            <a:solidFill>
              <a:schemeClr val="accent1">
                <a:shade val="15000"/>
              </a:schemeClr>
            </a:solidFill>
          </a:ln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5ECDA8D-0B36-727B-8738-FEBECB245160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5072" t="16410" r="2235" b="10227"/>
          <a:stretch>
            <a:fillRect/>
          </a:stretch>
        </p:blipFill>
        <p:spPr>
          <a:xfrm>
            <a:off x="19171564" y="35455532"/>
            <a:ext cx="10685995" cy="3041847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2050AE5-A498-A4E7-95E9-B7282915D202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24582" t="88223" r="44612" b="654"/>
          <a:stretch>
            <a:fillRect/>
          </a:stretch>
        </p:blipFill>
        <p:spPr>
          <a:xfrm>
            <a:off x="21988463" y="41933813"/>
            <a:ext cx="3824437" cy="517798"/>
          </a:xfrm>
          <a:prstGeom prst="rect">
            <a:avLst/>
          </a:prstGeom>
          <a:ln w="76200">
            <a:noFill/>
          </a:ln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F1827605-1C54-CCAB-B07C-FC768942368B}"/>
              </a:ext>
            </a:extLst>
          </p:cNvPr>
          <p:cNvSpPr txBox="1"/>
          <p:nvPr/>
        </p:nvSpPr>
        <p:spPr>
          <a:xfrm>
            <a:off x="25798612" y="41883325"/>
            <a:ext cx="127176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E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(rads)</a:t>
            </a:r>
          </a:p>
        </p:txBody>
      </p:sp>
    </p:spTree>
    <p:extLst>
      <p:ext uri="{BB962C8B-B14F-4D97-AF65-F5344CB8AC3E}">
        <p14:creationId xmlns:p14="http://schemas.microsoft.com/office/powerpoint/2010/main" val="512024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31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25675E-5A13-414E-E0DC-2129C93C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90C8EE62-E956-598E-1D9A-48709EAEA7A1}"/>
              </a:ext>
            </a:extLst>
          </p:cNvPr>
          <p:cNvGrpSpPr/>
          <p:nvPr/>
        </p:nvGrpSpPr>
        <p:grpSpPr>
          <a:xfrm>
            <a:off x="168427" y="18383661"/>
            <a:ext cx="8354902" cy="7820103"/>
            <a:chOff x="361800" y="19076438"/>
            <a:chExt cx="8489648" cy="757385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51FDFDAD-6855-3FC6-5B0F-AB4FB010D9B9}"/>
                </a:ext>
              </a:extLst>
            </p:cNvPr>
            <p:cNvGrpSpPr/>
            <p:nvPr/>
          </p:nvGrpSpPr>
          <p:grpSpPr>
            <a:xfrm>
              <a:off x="361800" y="19076438"/>
              <a:ext cx="8489648" cy="7573851"/>
              <a:chOff x="556381" y="21590157"/>
              <a:chExt cx="8885554" cy="7859042"/>
            </a:xfrm>
          </p:grpSpPr>
          <p:pic>
            <p:nvPicPr>
              <p:cNvPr id="158" name="Imagen 157">
                <a:extLst>
                  <a:ext uri="{FF2B5EF4-FFF2-40B4-BE49-F238E27FC236}">
                    <a16:creationId xmlns:a16="http://schemas.microsoft.com/office/drawing/2014/main" id="{31839A0B-9E27-D3D3-CA0D-06E8E67598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0867" r="8878"/>
              <a:stretch>
                <a:fillRect/>
              </a:stretch>
            </p:blipFill>
            <p:spPr>
              <a:xfrm>
                <a:off x="556381" y="21590157"/>
                <a:ext cx="8885554" cy="7859042"/>
              </a:xfrm>
              <a:prstGeom prst="rect">
                <a:avLst/>
              </a:prstGeom>
              <a:ln w="76200">
                <a:noFill/>
              </a:ln>
            </p:spPr>
          </p:pic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E53F34B2-3023-A1A8-4F6B-56DA55E6D7B0}"/>
                  </a:ext>
                </a:extLst>
              </p:cNvPr>
              <p:cNvGrpSpPr/>
              <p:nvPr/>
            </p:nvGrpSpPr>
            <p:grpSpPr>
              <a:xfrm>
                <a:off x="6862285" y="23714144"/>
                <a:ext cx="2328976" cy="1935459"/>
                <a:chOff x="6982518" y="33264304"/>
                <a:chExt cx="2328976" cy="1935459"/>
              </a:xfrm>
            </p:grpSpPr>
            <p:sp>
              <p:nvSpPr>
                <p:cNvPr id="198" name="CuadroTexto 197">
                  <a:extLst>
                    <a:ext uri="{FF2B5EF4-FFF2-40B4-BE49-F238E27FC236}">
                      <a16:creationId xmlns:a16="http://schemas.microsoft.com/office/drawing/2014/main" id="{F84F0CA4-328B-4F02-9004-95369F0F8AC3}"/>
                    </a:ext>
                  </a:extLst>
                </p:cNvPr>
                <p:cNvSpPr txBox="1"/>
                <p:nvPr/>
              </p:nvSpPr>
              <p:spPr>
                <a:xfrm>
                  <a:off x="7408786" y="34245656"/>
                  <a:ext cx="1902708" cy="9541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Maximum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Elipse 198">
                  <a:extLst>
                    <a:ext uri="{FF2B5EF4-FFF2-40B4-BE49-F238E27FC236}">
                      <a16:creationId xmlns:a16="http://schemas.microsoft.com/office/drawing/2014/main" id="{3D2C34ED-3918-828E-5F1A-B1F2999AC94D}"/>
                    </a:ext>
                  </a:extLst>
                </p:cNvPr>
                <p:cNvSpPr/>
                <p:nvPr/>
              </p:nvSpPr>
              <p:spPr>
                <a:xfrm>
                  <a:off x="6982518" y="33642947"/>
                  <a:ext cx="364806" cy="348711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0" name="Elipse 199">
                  <a:extLst>
                    <a:ext uri="{FF2B5EF4-FFF2-40B4-BE49-F238E27FC236}">
                      <a16:creationId xmlns:a16="http://schemas.microsoft.com/office/drawing/2014/main" id="{3CA24173-D928-DB3A-901E-ADC173AA0058}"/>
                    </a:ext>
                  </a:extLst>
                </p:cNvPr>
                <p:cNvSpPr/>
                <p:nvPr/>
              </p:nvSpPr>
              <p:spPr>
                <a:xfrm>
                  <a:off x="6982518" y="34548353"/>
                  <a:ext cx="364806" cy="348711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1" name="CuadroTexto 200">
                  <a:extLst>
                    <a:ext uri="{FF2B5EF4-FFF2-40B4-BE49-F238E27FC236}">
                      <a16:creationId xmlns:a16="http://schemas.microsoft.com/office/drawing/2014/main" id="{3AE9B2FA-A2A5-CEEB-73F5-BBEE807DBA20}"/>
                    </a:ext>
                  </a:extLst>
                </p:cNvPr>
                <p:cNvSpPr txBox="1"/>
                <p:nvPr/>
              </p:nvSpPr>
              <p:spPr>
                <a:xfrm>
                  <a:off x="7375982" y="33264304"/>
                  <a:ext cx="1902708" cy="9541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datapoint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0E5E2E33-2F5C-E6C8-D8BE-B248F3B40939}"/>
                </a:ext>
              </a:extLst>
            </p:cNvPr>
            <p:cNvSpPr txBox="1"/>
            <p:nvPr/>
          </p:nvSpPr>
          <p:spPr>
            <a:xfrm>
              <a:off x="2421571" y="19106868"/>
              <a:ext cx="5218534" cy="5663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Intensity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Correlation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plot</a:t>
              </a:r>
              <a:endPara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DD409F97-CB80-D8AA-E457-00F79D05DB39}"/>
              </a:ext>
            </a:extLst>
          </p:cNvPr>
          <p:cNvGrpSpPr/>
          <p:nvPr/>
        </p:nvGrpSpPr>
        <p:grpSpPr>
          <a:xfrm>
            <a:off x="-1184847" y="-12961"/>
            <a:ext cx="31460060" cy="6158993"/>
            <a:chOff x="-1184848" y="1218407"/>
            <a:chExt cx="31460060" cy="6025093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D86773DE-5A74-C0DE-475B-342649E08D7B}"/>
                </a:ext>
              </a:extLst>
            </p:cNvPr>
            <p:cNvSpPr/>
            <p:nvPr/>
          </p:nvSpPr>
          <p:spPr>
            <a:xfrm>
              <a:off x="-1" y="1218407"/>
              <a:ext cx="30275213" cy="6025093"/>
            </a:xfrm>
            <a:prstGeom prst="rect">
              <a:avLst/>
            </a:prstGeom>
            <a:solidFill>
              <a:srgbClr val="DCC9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/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E5F06C4A-9E47-B347-9F93-70AD0F629EAA}"/>
                </a:ext>
              </a:extLst>
            </p:cNvPr>
            <p:cNvGrpSpPr/>
            <p:nvPr/>
          </p:nvGrpSpPr>
          <p:grpSpPr>
            <a:xfrm>
              <a:off x="-1184848" y="1728844"/>
              <a:ext cx="9037753" cy="5371374"/>
              <a:chOff x="736372" y="3680633"/>
              <a:chExt cx="2286000" cy="1412338"/>
            </a:xfrm>
          </p:grpSpPr>
          <p:pic>
            <p:nvPicPr>
              <p:cNvPr id="15" name="Gráfico 14">
                <a:extLst>
                  <a:ext uri="{FF2B5EF4-FFF2-40B4-BE49-F238E27FC236}">
                    <a16:creationId xmlns:a16="http://schemas.microsoft.com/office/drawing/2014/main" id="{34C2EB97-88AE-2003-D13A-982AD30450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363987" y="3680633"/>
                <a:ext cx="1030771" cy="1030771"/>
              </a:xfrm>
              <a:prstGeom prst="rect">
                <a:avLst/>
              </a:prstGeom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D4E5EE99-3015-F954-03F2-ACD3945A79B8}"/>
                  </a:ext>
                </a:extLst>
              </p:cNvPr>
              <p:cNvSpPr txBox="1"/>
              <p:nvPr/>
            </p:nvSpPr>
            <p:spPr>
              <a:xfrm>
                <a:off x="736372" y="4711404"/>
                <a:ext cx="2286000" cy="3815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Universidad </a:t>
                </a:r>
                <a:r>
                  <a:rPr lang="es-ES" sz="4415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</a:t>
                </a:r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:r>
                  <a:rPr lang="es-ES" sz="4415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Valladolid</a:t>
                </a:r>
              </a:p>
            </p:txBody>
          </p: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19527C0A-6D3B-C2E3-128A-0BE4CFCA0074}"/>
                </a:ext>
              </a:extLst>
            </p:cNvPr>
            <p:cNvSpPr txBox="1"/>
            <p:nvPr/>
          </p:nvSpPr>
          <p:spPr>
            <a:xfrm>
              <a:off x="5229347" y="1544324"/>
              <a:ext cx="24913975" cy="2809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Machine Learning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tools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assist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the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analysis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complex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rotational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spectra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</a:t>
              </a:r>
              <a:r>
                <a:rPr lang="es-ES" sz="8829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chemical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mixtures</a:t>
              </a:r>
              <a:endParaRPr lang="es-ES" sz="8829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530696C-DCA8-2E15-773D-C5F55F1A661B}"/>
                </a:ext>
              </a:extLst>
            </p:cNvPr>
            <p:cNvSpPr txBox="1"/>
            <p:nvPr/>
          </p:nvSpPr>
          <p:spPr>
            <a:xfrm>
              <a:off x="7852905" y="5580044"/>
              <a:ext cx="19417586" cy="14511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Departamento de Química Física y Química Inorgánica, Facultad de Ciencias </a:t>
              </a:r>
            </a:p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I.U. CINQUIMA. Paseo de Belén 7, 47011 Valladolid, </a:t>
              </a:r>
              <a:r>
                <a:rPr lang="es-ES" sz="4415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Spain</a:t>
              </a:r>
              <a:endParaRPr lang="es-ES" sz="4415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8195CBAE-068F-14C6-7C09-17702896E1A9}"/>
                </a:ext>
              </a:extLst>
            </p:cNvPr>
            <p:cNvSpPr txBox="1"/>
            <p:nvPr/>
          </p:nvSpPr>
          <p:spPr>
            <a:xfrm>
              <a:off x="5792491" y="4438049"/>
              <a:ext cx="23310037" cy="106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D. Yélamos, Z. Wang, C. Calabrese, A. </a:t>
              </a:r>
              <a:r>
                <a:rPr lang="es-ES" sz="6307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Lesarri</a:t>
              </a: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 C. Bermúdez</a:t>
              </a:r>
              <a:endParaRPr lang="es-ES" sz="6307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64EB63CA-0858-DBB0-AD1D-0F14A586588D}"/>
              </a:ext>
            </a:extLst>
          </p:cNvPr>
          <p:cNvGrpSpPr/>
          <p:nvPr/>
        </p:nvGrpSpPr>
        <p:grpSpPr>
          <a:xfrm>
            <a:off x="264064" y="6361411"/>
            <a:ext cx="37710834" cy="5336030"/>
            <a:chOff x="348626" y="7151183"/>
            <a:chExt cx="37710834" cy="5572462"/>
          </a:xfrm>
        </p:grpSpPr>
        <p:sp>
          <p:nvSpPr>
            <p:cNvPr id="30" name="Rectángulo redondeado 29">
              <a:extLst>
                <a:ext uri="{FF2B5EF4-FFF2-40B4-BE49-F238E27FC236}">
                  <a16:creationId xmlns:a16="http://schemas.microsoft.com/office/drawing/2014/main" id="{8AABDE62-BD8F-D868-7EFA-942F61B2E85C}"/>
                </a:ext>
              </a:extLst>
            </p:cNvPr>
            <p:cNvSpPr/>
            <p:nvPr/>
          </p:nvSpPr>
          <p:spPr>
            <a:xfrm>
              <a:off x="348626" y="7176794"/>
              <a:ext cx="29577957" cy="2643990"/>
            </a:xfrm>
            <a:prstGeom prst="roundRect">
              <a:avLst>
                <a:gd name="adj" fmla="val 5399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CCCF305A-911A-346A-F6D5-C65A053E513B}"/>
                </a:ext>
              </a:extLst>
            </p:cNvPr>
            <p:cNvSpPr txBox="1"/>
            <p:nvPr/>
          </p:nvSpPr>
          <p:spPr>
            <a:xfrm>
              <a:off x="641805" y="7151183"/>
              <a:ext cx="37417655" cy="106066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Introduction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883DC96-DF70-FED4-B14F-EDC10B3217B9}"/>
                </a:ext>
              </a:extLst>
            </p:cNvPr>
            <p:cNvSpPr txBox="1"/>
            <p:nvPr/>
          </p:nvSpPr>
          <p:spPr>
            <a:xfrm>
              <a:off x="515451" y="7382419"/>
              <a:ext cx="29168612" cy="534122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	  					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possibility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averaging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millions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thanks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Broadband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chirped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pulse Fourier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Transform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microwave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spectroscopy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makes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challenging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involving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thousands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transitions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New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have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arised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facilitate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analysis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molecular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such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as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frequency-based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[N. A. Seifert et al., J. Mol.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Spectrosc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321</a:t>
              </a:r>
              <a:r>
                <a:rPr lang="es-ES" sz="33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13-21 (2015)].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Within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study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intensity-based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mixtures (SO</a:t>
              </a:r>
              <a:r>
                <a:rPr lang="es-ES" sz="33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/H</a:t>
              </a:r>
              <a:r>
                <a:rPr lang="es-ES" sz="33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O/D</a:t>
              </a:r>
              <a:r>
                <a:rPr lang="es-ES" sz="33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O),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where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use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unique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response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explore new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approaches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Machine Learning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tools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disentangle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rotational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18516" dirty="0"/>
            </a:p>
          </p:txBody>
        </p: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9E15A556-3746-9805-65B2-02BD195623E9}"/>
              </a:ext>
            </a:extLst>
          </p:cNvPr>
          <p:cNvGrpSpPr/>
          <p:nvPr/>
        </p:nvGrpSpPr>
        <p:grpSpPr>
          <a:xfrm>
            <a:off x="308900" y="9148063"/>
            <a:ext cx="21972082" cy="1160136"/>
            <a:chOff x="348624" y="7176795"/>
            <a:chExt cx="55821993" cy="938180"/>
          </a:xfrm>
        </p:grpSpPr>
        <p:sp>
          <p:nvSpPr>
            <p:cNvPr id="36" name="Rectángulo redondeado 35">
              <a:extLst>
                <a:ext uri="{FF2B5EF4-FFF2-40B4-BE49-F238E27FC236}">
                  <a16:creationId xmlns:a16="http://schemas.microsoft.com/office/drawing/2014/main" id="{A031767F-BEBC-7D55-BAF6-CD4125CD6F37}"/>
                </a:ext>
              </a:extLst>
            </p:cNvPr>
            <p:cNvSpPr/>
            <p:nvPr/>
          </p:nvSpPr>
          <p:spPr>
            <a:xfrm>
              <a:off x="348624" y="7176795"/>
              <a:ext cx="55821993" cy="938180"/>
            </a:xfrm>
            <a:prstGeom prst="roundRect">
              <a:avLst>
                <a:gd name="adj" fmla="val 5399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AE88F93A-D682-A1AF-6809-0C3BE3C4CC95}"/>
                </a:ext>
              </a:extLst>
            </p:cNvPr>
            <p:cNvSpPr txBox="1"/>
            <p:nvPr/>
          </p:nvSpPr>
          <p:spPr>
            <a:xfrm>
              <a:off x="664023" y="7215481"/>
              <a:ext cx="37417656" cy="82134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Experimental</a:t>
              </a:r>
            </a:p>
          </p:txBody>
        </p: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8639C0C0-267D-B9E9-0396-C1E93F73E070}"/>
                </a:ext>
              </a:extLst>
            </p:cNvPr>
            <p:cNvSpPr txBox="1"/>
            <p:nvPr/>
          </p:nvSpPr>
          <p:spPr>
            <a:xfrm>
              <a:off x="12310535" y="7218959"/>
              <a:ext cx="43512174" cy="8960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measured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rotational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spectra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 of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three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different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mixtures of gases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using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Broadband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CP-FTMW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spectrometer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placed in Universidad de Valladolid: pure SO</a:t>
              </a:r>
              <a:r>
                <a:rPr lang="es-ES" sz="3300" baseline="-25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, mixture </a:t>
              </a:r>
              <a:r>
                <a:rPr lang="es-ES" sz="3300" dirty="0" err="1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with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H</a:t>
              </a:r>
              <a:r>
                <a:rPr lang="es-ES" sz="3300" baseline="-25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 and D</a:t>
              </a:r>
              <a:r>
                <a:rPr lang="es-ES" sz="3300" baseline="-250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O.</a:t>
              </a:r>
            </a:p>
          </p:txBody>
        </p:sp>
      </p:grpSp>
      <p:sp>
        <p:nvSpPr>
          <p:cNvPr id="55" name="Rectángulo redondeado 54">
            <a:extLst>
              <a:ext uri="{FF2B5EF4-FFF2-40B4-BE49-F238E27FC236}">
                <a16:creationId xmlns:a16="http://schemas.microsoft.com/office/drawing/2014/main" id="{0A5463AE-06CF-DAAD-4BBA-DB2AF371C859}"/>
              </a:ext>
            </a:extLst>
          </p:cNvPr>
          <p:cNvSpPr/>
          <p:nvPr/>
        </p:nvSpPr>
        <p:spPr>
          <a:xfrm>
            <a:off x="22631662" y="9154588"/>
            <a:ext cx="2784895" cy="1160136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48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lang="es-ES" sz="4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A4912A9B-FCB5-B395-83EF-8118FCF79675}"/>
              </a:ext>
            </a:extLst>
          </p:cNvPr>
          <p:cNvGrpSpPr/>
          <p:nvPr/>
        </p:nvGrpSpPr>
        <p:grpSpPr>
          <a:xfrm>
            <a:off x="335650" y="10575643"/>
            <a:ext cx="13519752" cy="4992612"/>
            <a:chOff x="881172" y="13221381"/>
            <a:chExt cx="13847196" cy="5162299"/>
          </a:xfrm>
        </p:grpSpPr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9AC7B696-1D4E-FA6B-87FB-A823CEF5D965}"/>
                </a:ext>
              </a:extLst>
            </p:cNvPr>
            <p:cNvGrpSpPr/>
            <p:nvPr/>
          </p:nvGrpSpPr>
          <p:grpSpPr>
            <a:xfrm>
              <a:off x="881172" y="13221381"/>
              <a:ext cx="13847196" cy="5162299"/>
              <a:chOff x="881172" y="14399230"/>
              <a:chExt cx="13847196" cy="5162299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EEF8761E-01F2-285E-07F4-5423BF94858F}"/>
                  </a:ext>
                </a:extLst>
              </p:cNvPr>
              <p:cNvGrpSpPr/>
              <p:nvPr/>
            </p:nvGrpSpPr>
            <p:grpSpPr>
              <a:xfrm>
                <a:off x="881172" y="14399230"/>
                <a:ext cx="13847196" cy="5162299"/>
                <a:chOff x="404070" y="12423372"/>
                <a:chExt cx="13847196" cy="5162299"/>
              </a:xfrm>
            </p:grpSpPr>
            <p:pic>
              <p:nvPicPr>
                <p:cNvPr id="75" name="Imagen 74">
                  <a:extLst>
                    <a:ext uri="{FF2B5EF4-FFF2-40B4-BE49-F238E27FC236}">
                      <a16:creationId xmlns:a16="http://schemas.microsoft.com/office/drawing/2014/main" id="{F4715DDD-F86F-1FB5-E199-E78BFB7948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b="317"/>
                <a:stretch>
                  <a:fillRect/>
                </a:stretch>
              </p:blipFill>
              <p:spPr>
                <a:xfrm>
                  <a:off x="404070" y="12423372"/>
                  <a:ext cx="13847196" cy="5063244"/>
                </a:xfrm>
                <a:prstGeom prst="rect">
                  <a:avLst/>
                </a:prstGeom>
                <a:ln w="76200">
                  <a:noFill/>
                </a:ln>
              </p:spPr>
            </p:pic>
            <p:pic>
              <p:nvPicPr>
                <p:cNvPr id="64" name="Imagen 63">
                  <a:extLst>
                    <a:ext uri="{FF2B5EF4-FFF2-40B4-BE49-F238E27FC236}">
                      <a16:creationId xmlns:a16="http://schemas.microsoft.com/office/drawing/2014/main" id="{2F5F227A-94F6-C931-C1FD-112678E028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rcRect l="45214" t="92434" r="40573" b="-577"/>
                <a:stretch>
                  <a:fillRect/>
                </a:stretch>
              </p:blipFill>
              <p:spPr>
                <a:xfrm>
                  <a:off x="5792491" y="16826072"/>
                  <a:ext cx="3614703" cy="759599"/>
                </a:xfrm>
                <a:prstGeom prst="rect">
                  <a:avLst/>
                </a:prstGeom>
                <a:ln w="76200">
                  <a:noFill/>
                </a:ln>
                <a:effectLst>
                  <a:softEdge rad="0"/>
                </a:effectLst>
              </p:spPr>
            </p:pic>
            <p:pic>
              <p:nvPicPr>
                <p:cNvPr id="76" name="Imagen 75">
                  <a:extLst>
                    <a:ext uri="{FF2B5EF4-FFF2-40B4-BE49-F238E27FC236}">
                      <a16:creationId xmlns:a16="http://schemas.microsoft.com/office/drawing/2014/main" id="{D42725B7-5AA8-02C8-6548-5DD6385F28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rcRect l="1320" t="28784" r="96314" b="36670"/>
                <a:stretch>
                  <a:fillRect/>
                </a:stretch>
              </p:blipFill>
              <p:spPr>
                <a:xfrm>
                  <a:off x="457648" y="13522500"/>
                  <a:ext cx="560595" cy="3002494"/>
                </a:xfrm>
                <a:prstGeom prst="rect">
                  <a:avLst/>
                </a:prstGeom>
                <a:ln w="76200">
                  <a:noFill/>
                </a:ln>
              </p:spPr>
            </p:pic>
          </p:grpSp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11E32D5D-159B-315F-C52D-2437F22B92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5523" t="87554" r="90769" b="8061"/>
              <a:stretch>
                <a:fillRect/>
              </a:stretch>
            </p:blipFill>
            <p:spPr>
              <a:xfrm>
                <a:off x="1186059" y="18801931"/>
                <a:ext cx="1379277" cy="598478"/>
              </a:xfrm>
              <a:prstGeom prst="rect">
                <a:avLst/>
              </a:prstGeom>
              <a:ln w="76200">
                <a:noFill/>
              </a:ln>
              <a:effectLst>
                <a:softEdge rad="0"/>
              </a:effectLst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52D73595-89F4-940F-63D0-98A48B49B8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l="95880" t="87462" r="988" b="8255"/>
              <a:stretch>
                <a:fillRect/>
              </a:stretch>
            </p:blipFill>
            <p:spPr>
              <a:xfrm>
                <a:off x="13607188" y="18801930"/>
                <a:ext cx="1019334" cy="511476"/>
              </a:xfrm>
              <a:prstGeom prst="rect">
                <a:avLst/>
              </a:prstGeom>
              <a:ln w="76200">
                <a:noFill/>
              </a:ln>
              <a:effectLst>
                <a:softEdge rad="0"/>
              </a:effectLst>
            </p:spPr>
          </p:pic>
        </p:grp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036F6563-DDF1-B976-C339-BD49873330FF}"/>
                </a:ext>
              </a:extLst>
            </p:cNvPr>
            <p:cNvGrpSpPr/>
            <p:nvPr/>
          </p:nvGrpSpPr>
          <p:grpSpPr>
            <a:xfrm>
              <a:off x="1439933" y="13433750"/>
              <a:ext cx="474835" cy="318919"/>
              <a:chOff x="1585626" y="13552941"/>
              <a:chExt cx="474835" cy="318919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2045AC4E-A987-7BAF-FD29-B2EB5DD169D6}"/>
                  </a:ext>
                </a:extLst>
              </p:cNvPr>
              <p:cNvCxnSpPr/>
              <p:nvPr/>
            </p:nvCxnSpPr>
            <p:spPr>
              <a:xfrm flipV="1">
                <a:off x="1585626" y="13552941"/>
                <a:ext cx="458487" cy="204952"/>
              </a:xfrm>
              <a:prstGeom prst="line">
                <a:avLst/>
              </a:prstGeom>
              <a:ln w="28575">
                <a:noFill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30B29B8E-2435-2AEA-663A-C96ADC739B64}"/>
                  </a:ext>
                </a:extLst>
              </p:cNvPr>
              <p:cNvCxnSpPr/>
              <p:nvPr/>
            </p:nvCxnSpPr>
            <p:spPr>
              <a:xfrm flipV="1">
                <a:off x="1601974" y="13666908"/>
                <a:ext cx="458487" cy="204952"/>
              </a:xfrm>
              <a:prstGeom prst="line">
                <a:avLst/>
              </a:prstGeom>
              <a:ln w="28575">
                <a:noFill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83" name="Rectángulo redondeado 82">
            <a:extLst>
              <a:ext uri="{FF2B5EF4-FFF2-40B4-BE49-F238E27FC236}">
                <a16:creationId xmlns:a16="http://schemas.microsoft.com/office/drawing/2014/main" id="{EECE6FFB-53DF-6D0C-1E45-3ADE9D15A673}"/>
              </a:ext>
            </a:extLst>
          </p:cNvPr>
          <p:cNvSpPr/>
          <p:nvPr/>
        </p:nvSpPr>
        <p:spPr>
          <a:xfrm>
            <a:off x="25767237" y="9164370"/>
            <a:ext cx="1983131" cy="1165650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+H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ángulo redondeado 84">
            <a:extLst>
              <a:ext uri="{FF2B5EF4-FFF2-40B4-BE49-F238E27FC236}">
                <a16:creationId xmlns:a16="http://schemas.microsoft.com/office/drawing/2014/main" id="{ADB12C58-6C04-6D77-DE48-7ACEEE1923CD}"/>
              </a:ext>
            </a:extLst>
          </p:cNvPr>
          <p:cNvSpPr/>
          <p:nvPr/>
        </p:nvSpPr>
        <p:spPr>
          <a:xfrm>
            <a:off x="28055950" y="9149073"/>
            <a:ext cx="1803322" cy="1165651"/>
          </a:xfrm>
          <a:prstGeom prst="roundRect">
            <a:avLst>
              <a:gd name="adj" fmla="val 5399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</a:t>
            </a:r>
            <a:r>
              <a:rPr lang="es-ES" sz="4800" b="1" baseline="-25000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26600" b="1" dirty="0">
              <a:ln w="635">
                <a:noFill/>
              </a:ln>
              <a:solidFill>
                <a:srgbClr val="EBB10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5718DB5A-C3CF-E15C-3675-EE8135FAF301}"/>
              </a:ext>
            </a:extLst>
          </p:cNvPr>
          <p:cNvGrpSpPr/>
          <p:nvPr/>
        </p:nvGrpSpPr>
        <p:grpSpPr>
          <a:xfrm>
            <a:off x="14207026" y="10598489"/>
            <a:ext cx="9047416" cy="4944170"/>
            <a:chOff x="15548676" y="12171127"/>
            <a:chExt cx="9433204" cy="5604253"/>
          </a:xfrm>
        </p:grpSpPr>
        <p:pic>
          <p:nvPicPr>
            <p:cNvPr id="73" name="Imagen 72">
              <a:extLst>
                <a:ext uri="{FF2B5EF4-FFF2-40B4-BE49-F238E27FC236}">
                  <a16:creationId xmlns:a16="http://schemas.microsoft.com/office/drawing/2014/main" id="{A3C0116C-E1AE-659D-0C3D-EAFDADB5BF7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6407" t="5964" r="-1"/>
            <a:stretch>
              <a:fillRect/>
            </a:stretch>
          </p:blipFill>
          <p:spPr>
            <a:xfrm>
              <a:off x="15548676" y="12171127"/>
              <a:ext cx="9433204" cy="5496158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96601EFF-F91B-14DB-D317-F2218DA7073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44206" t="92301" r="39234" b="-577"/>
            <a:stretch>
              <a:fillRect/>
            </a:stretch>
          </p:blipFill>
          <p:spPr>
            <a:xfrm>
              <a:off x="18104984" y="16903720"/>
              <a:ext cx="4754831" cy="871660"/>
            </a:xfrm>
            <a:prstGeom prst="rect">
              <a:avLst/>
            </a:prstGeom>
            <a:ln w="76200">
              <a:noFill/>
            </a:ln>
            <a:effectLst>
              <a:softEdge rad="0"/>
            </a:effectLst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DE16EA2E-FF5D-9F22-0164-982C428393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7658" t="86989" r="87080" b="8428"/>
            <a:stretch>
              <a:fillRect/>
            </a:stretch>
          </p:blipFill>
          <p:spPr>
            <a:xfrm>
              <a:off x="15694630" y="16872553"/>
              <a:ext cx="1215557" cy="647406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88" name="Imagen 87">
              <a:extLst>
                <a:ext uri="{FF2B5EF4-FFF2-40B4-BE49-F238E27FC236}">
                  <a16:creationId xmlns:a16="http://schemas.microsoft.com/office/drawing/2014/main" id="{EC9CDFF2-222C-867B-9725-10DB758FF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92975" t="87344" r="1385" b="8642"/>
            <a:stretch>
              <a:fillRect/>
            </a:stretch>
          </p:blipFill>
          <p:spPr>
            <a:xfrm>
              <a:off x="23519324" y="16887300"/>
              <a:ext cx="1404577" cy="611473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C4D242B4-97E2-62B4-754B-04DA049983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87487" t="87313" r="6873" b="8673"/>
            <a:stretch>
              <a:fillRect/>
            </a:stretch>
          </p:blipFill>
          <p:spPr>
            <a:xfrm>
              <a:off x="22932234" y="16887300"/>
              <a:ext cx="733614" cy="319374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0605B1B9-0F24-9164-C435-CB6C5DDA6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87487" t="87313" r="6873" b="8673"/>
            <a:stretch>
              <a:fillRect/>
            </a:stretch>
          </p:blipFill>
          <p:spPr>
            <a:xfrm>
              <a:off x="16900561" y="16917366"/>
              <a:ext cx="733614" cy="319374"/>
            </a:xfrm>
            <a:prstGeom prst="rect">
              <a:avLst/>
            </a:prstGeom>
            <a:ln w="76200">
              <a:noFill/>
            </a:ln>
          </p:spPr>
        </p:pic>
      </p:grpSp>
      <p:sp>
        <p:nvSpPr>
          <p:cNvPr id="120" name="Rectángulo redondeado 119">
            <a:extLst>
              <a:ext uri="{FF2B5EF4-FFF2-40B4-BE49-F238E27FC236}">
                <a16:creationId xmlns:a16="http://schemas.microsoft.com/office/drawing/2014/main" id="{D26F1C09-55F4-001D-7F14-6EA36A854368}"/>
              </a:ext>
            </a:extLst>
          </p:cNvPr>
          <p:cNvSpPr/>
          <p:nvPr/>
        </p:nvSpPr>
        <p:spPr>
          <a:xfrm>
            <a:off x="233499" y="26433761"/>
            <a:ext cx="17212317" cy="1017852"/>
          </a:xfrm>
          <a:prstGeom prst="roundRect">
            <a:avLst>
              <a:gd name="adj" fmla="val 1751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s-ES" sz="6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sz="6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s-ES" sz="6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2" name="Imagen 151">
            <a:extLst>
              <a:ext uri="{FF2B5EF4-FFF2-40B4-BE49-F238E27FC236}">
                <a16:creationId xmlns:a16="http://schemas.microsoft.com/office/drawing/2014/main" id="{D635BFDA-F100-B2FB-4FF5-5C8B63A3072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6803" t="9726" r="10212" b="6352"/>
          <a:stretch>
            <a:fillRect/>
          </a:stretch>
        </p:blipFill>
        <p:spPr>
          <a:xfrm>
            <a:off x="9110405" y="27669505"/>
            <a:ext cx="8335411" cy="7745092"/>
          </a:xfrm>
          <a:prstGeom prst="rect">
            <a:avLst/>
          </a:prstGeom>
          <a:ln w="76200">
            <a:noFill/>
          </a:ln>
        </p:spPr>
      </p:pic>
      <p:grpSp>
        <p:nvGrpSpPr>
          <p:cNvPr id="93" name="Grupo 92">
            <a:extLst>
              <a:ext uri="{FF2B5EF4-FFF2-40B4-BE49-F238E27FC236}">
                <a16:creationId xmlns:a16="http://schemas.microsoft.com/office/drawing/2014/main" id="{BDDCB6CD-9A6D-062C-620A-EE5233F79B7B}"/>
              </a:ext>
            </a:extLst>
          </p:cNvPr>
          <p:cNvGrpSpPr/>
          <p:nvPr/>
        </p:nvGrpSpPr>
        <p:grpSpPr>
          <a:xfrm>
            <a:off x="233500" y="15691718"/>
            <a:ext cx="29730464" cy="3004457"/>
            <a:chOff x="526360" y="19394405"/>
            <a:chExt cx="16034786" cy="9044348"/>
          </a:xfrm>
        </p:grpSpPr>
        <p:sp>
          <p:nvSpPr>
            <p:cNvPr id="35" name="Rectángulo redondeado 34">
              <a:extLst>
                <a:ext uri="{FF2B5EF4-FFF2-40B4-BE49-F238E27FC236}">
                  <a16:creationId xmlns:a16="http://schemas.microsoft.com/office/drawing/2014/main" id="{8D70DEC3-C495-64BB-06A9-4E2F0DA04B1A}"/>
                </a:ext>
              </a:extLst>
            </p:cNvPr>
            <p:cNvSpPr/>
            <p:nvPr/>
          </p:nvSpPr>
          <p:spPr>
            <a:xfrm>
              <a:off x="526360" y="19479421"/>
              <a:ext cx="16034786" cy="7389560"/>
            </a:xfrm>
            <a:prstGeom prst="roundRect">
              <a:avLst>
                <a:gd name="adj" fmla="val 1751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F88262E2-5E0C-8C25-8EDD-608AD6216FD6}"/>
                </a:ext>
              </a:extLst>
            </p:cNvPr>
            <p:cNvSpPr txBox="1"/>
            <p:nvPr/>
          </p:nvSpPr>
          <p:spPr>
            <a:xfrm>
              <a:off x="686825" y="19394405"/>
              <a:ext cx="14666909" cy="24791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Methods</a:t>
              </a: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4D93C3A8-6B9C-C2BF-4B7D-4945B766020C}"/>
                </a:ext>
              </a:extLst>
            </p:cNvPr>
            <p:cNvSpPr txBox="1"/>
            <p:nvPr/>
          </p:nvSpPr>
          <p:spPr>
            <a:xfrm>
              <a:off x="640310" y="20090961"/>
              <a:ext cx="15822047" cy="834779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						  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facing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intensities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spectra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two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mixtures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different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[K. C. Gilbert</a:t>
              </a:r>
              <a:r>
                <a:rPr lang="es-ES" sz="3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et al</a:t>
              </a:r>
              <a:r>
                <a:rPr lang="es-ES" sz="33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., 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Phys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A. 129 (45), 10393-10403 (2025)],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detect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linear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patterns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called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“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”.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corresponds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unique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response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changes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therefore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specific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developed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different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unsupervised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Machine Learning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isolate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species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SO</a:t>
              </a:r>
              <a:r>
                <a:rPr lang="es-ES" sz="33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 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/ H</a:t>
              </a:r>
              <a:r>
                <a:rPr lang="es-ES" sz="33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O.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perfomance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achieved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by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RANSAC (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Sample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Consensus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422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D79E000D-2A51-3977-8936-6A93E88C3CEC}"/>
              </a:ext>
            </a:extLst>
          </p:cNvPr>
          <p:cNvGrpSpPr/>
          <p:nvPr/>
        </p:nvGrpSpPr>
        <p:grpSpPr>
          <a:xfrm>
            <a:off x="17747169" y="18672906"/>
            <a:ext cx="11961651" cy="7221180"/>
            <a:chOff x="22556944" y="19485936"/>
            <a:chExt cx="9466094" cy="6001090"/>
          </a:xfrm>
        </p:grpSpPr>
        <p:sp>
          <p:nvSpPr>
            <p:cNvPr id="95" name="Rectángulo redondeado 94">
              <a:extLst>
                <a:ext uri="{FF2B5EF4-FFF2-40B4-BE49-F238E27FC236}">
                  <a16:creationId xmlns:a16="http://schemas.microsoft.com/office/drawing/2014/main" id="{3229D714-E146-3F64-99BD-54F846174782}"/>
                </a:ext>
              </a:extLst>
            </p:cNvPr>
            <p:cNvSpPr/>
            <p:nvPr/>
          </p:nvSpPr>
          <p:spPr>
            <a:xfrm>
              <a:off x="22556944" y="19485936"/>
              <a:ext cx="9466094" cy="5980995"/>
            </a:xfrm>
            <a:prstGeom prst="roundRect">
              <a:avLst>
                <a:gd name="adj" fmla="val 1751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BF3697A1-3434-4420-70CA-7F45E505B7C4}"/>
                </a:ext>
              </a:extLst>
            </p:cNvPr>
            <p:cNvSpPr txBox="1"/>
            <p:nvPr/>
          </p:nvSpPr>
          <p:spPr>
            <a:xfrm>
              <a:off x="22654041" y="19629951"/>
              <a:ext cx="9230489" cy="5857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Modified</a:t>
              </a:r>
              <a:r>
                <a:rPr lang="es-ES" sz="4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RANSAC </a:t>
              </a:r>
              <a:r>
                <a:rPr lang="es-E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Algorithm</a:t>
              </a:r>
              <a:endParaRPr lang="es-ES" sz="4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es-E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Iterates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over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possible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linear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forcing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	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intercept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origin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r>
                <a:rPr lang="es-E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Scores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according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inliers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within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angular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r>
                <a:rPr lang="es-E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inliers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within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r>
                <a:rPr lang="es-ES" sz="3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Removes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this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repeats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process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es-E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Hyperparameters</a:t>
              </a:r>
              <a:endParaRPr lang="es-ES" sz="4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571500" indent="-571500" algn="just">
                <a:buFont typeface="Wingdings" pitchFamily="2" charset="2"/>
                <a:buChar char="§"/>
              </a:pP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Minimum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datapoints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used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per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regression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</a:t>
              </a:r>
            </a:p>
            <a:p>
              <a:pPr marL="571500" indent="-571500" algn="just">
                <a:buFont typeface="Wingdings" pitchFamily="2" charset="2"/>
                <a:buChar char="§"/>
              </a:pP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20</a:t>
              </a:r>
            </a:p>
            <a:p>
              <a:pPr marL="571500" indent="-571500" algn="just">
                <a:buFont typeface="Wingdings" pitchFamily="2" charset="2"/>
                <a:buChar char="§"/>
              </a:pP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Maximum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iterations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10 000</a:t>
              </a:r>
            </a:p>
            <a:p>
              <a:pPr marL="571500" indent="-571500" algn="just">
                <a:buFont typeface="Wingdings" pitchFamily="2" charset="2"/>
                <a:buChar char="§"/>
              </a:pP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Angular </a:t>
              </a:r>
              <a:r>
                <a:rPr lang="es-ES" sz="33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threshold</a:t>
              </a:r>
              <a:r>
                <a:rPr lang="es-ES" sz="3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= 0.02 rads</a:t>
              </a:r>
            </a:p>
          </p:txBody>
        </p:sp>
      </p:grpSp>
      <p:sp>
        <p:nvSpPr>
          <p:cNvPr id="163" name="Rectángulo redondeado 162">
            <a:extLst>
              <a:ext uri="{FF2B5EF4-FFF2-40B4-BE49-F238E27FC236}">
                <a16:creationId xmlns:a16="http://schemas.microsoft.com/office/drawing/2014/main" id="{F8D4C676-8136-8D2F-FB56-8B792F9ADA5B}"/>
              </a:ext>
            </a:extLst>
          </p:cNvPr>
          <p:cNvSpPr/>
          <p:nvPr/>
        </p:nvSpPr>
        <p:spPr>
          <a:xfrm>
            <a:off x="34180073" y="11185941"/>
            <a:ext cx="298744" cy="3910291"/>
          </a:xfrm>
          <a:prstGeom prst="roundRect">
            <a:avLst>
              <a:gd name="adj" fmla="val 1751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79" name="Grupo 178">
            <a:extLst>
              <a:ext uri="{FF2B5EF4-FFF2-40B4-BE49-F238E27FC236}">
                <a16:creationId xmlns:a16="http://schemas.microsoft.com/office/drawing/2014/main" id="{3E1CC1D1-3001-66A3-3878-316527AEFBB3}"/>
              </a:ext>
            </a:extLst>
          </p:cNvPr>
          <p:cNvGrpSpPr/>
          <p:nvPr/>
        </p:nvGrpSpPr>
        <p:grpSpPr>
          <a:xfrm>
            <a:off x="265602" y="41380633"/>
            <a:ext cx="16298936" cy="1423130"/>
            <a:chOff x="334454" y="39203584"/>
            <a:chExt cx="16411589" cy="1678701"/>
          </a:xfrm>
        </p:grpSpPr>
        <p:grpSp>
          <p:nvGrpSpPr>
            <p:cNvPr id="180" name="Grupo 179">
              <a:extLst>
                <a:ext uri="{FF2B5EF4-FFF2-40B4-BE49-F238E27FC236}">
                  <a16:creationId xmlns:a16="http://schemas.microsoft.com/office/drawing/2014/main" id="{669183F9-8946-0A21-1D51-AB117C5CE6E5}"/>
                </a:ext>
              </a:extLst>
            </p:cNvPr>
            <p:cNvGrpSpPr/>
            <p:nvPr/>
          </p:nvGrpSpPr>
          <p:grpSpPr>
            <a:xfrm>
              <a:off x="334454" y="39235335"/>
              <a:ext cx="16411589" cy="1646950"/>
              <a:chOff x="393448" y="39589360"/>
              <a:chExt cx="18462259" cy="1850258"/>
            </a:xfrm>
          </p:grpSpPr>
          <p:sp>
            <p:nvSpPr>
              <p:cNvPr id="182" name="Rectángulo redondeado 181">
                <a:extLst>
                  <a:ext uri="{FF2B5EF4-FFF2-40B4-BE49-F238E27FC236}">
                    <a16:creationId xmlns:a16="http://schemas.microsoft.com/office/drawing/2014/main" id="{C435C1DF-E13C-1DBA-4793-09FD43AD9764}"/>
                  </a:ext>
                </a:extLst>
              </p:cNvPr>
              <p:cNvSpPr/>
              <p:nvPr/>
            </p:nvSpPr>
            <p:spPr>
              <a:xfrm>
                <a:off x="393448" y="39589360"/>
                <a:ext cx="11490188" cy="1520292"/>
              </a:xfrm>
              <a:prstGeom prst="roundRect">
                <a:avLst>
                  <a:gd name="adj" fmla="val 1751"/>
                </a:avLst>
              </a:prstGeom>
              <a:solidFill>
                <a:srgbClr val="FBE3D6"/>
              </a:solidFill>
              <a:ln w="762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5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83" name="CuadroTexto 182">
                <a:extLst>
                  <a:ext uri="{FF2B5EF4-FFF2-40B4-BE49-F238E27FC236}">
                    <a16:creationId xmlns:a16="http://schemas.microsoft.com/office/drawing/2014/main" id="{003E42F6-63CC-4EC1-32E8-50CD897A50FC}"/>
                  </a:ext>
                </a:extLst>
              </p:cNvPr>
              <p:cNvSpPr txBox="1"/>
              <p:nvPr/>
            </p:nvSpPr>
            <p:spPr>
              <a:xfrm>
                <a:off x="569222" y="40379170"/>
                <a:ext cx="18286485" cy="10604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</a:t>
                </a:r>
                <a:r>
                  <a:rPr lang="es-E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work</a:t>
                </a:r>
                <a:r>
                  <a:rPr lang="es-E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was</a:t>
                </a:r>
                <a:r>
                  <a:rPr lang="es-E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funded</a:t>
                </a:r>
                <a:r>
                  <a:rPr lang="es-E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by</a:t>
                </a:r>
                <a:r>
                  <a:rPr lang="es-E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MICIU (Project PID2022-136525NA-I00)</a:t>
                </a:r>
              </a:p>
              <a:p>
                <a:endParaRPr lang="es-ES" dirty="0"/>
              </a:p>
            </p:txBody>
          </p:sp>
        </p:grpSp>
        <p:sp>
          <p:nvSpPr>
            <p:cNvPr id="181" name="CuadroTexto 180">
              <a:extLst>
                <a:ext uri="{FF2B5EF4-FFF2-40B4-BE49-F238E27FC236}">
                  <a16:creationId xmlns:a16="http://schemas.microsoft.com/office/drawing/2014/main" id="{F195EE5E-5429-BAF8-D931-4A3F6800D158}"/>
                </a:ext>
              </a:extLst>
            </p:cNvPr>
            <p:cNvSpPr txBox="1"/>
            <p:nvPr/>
          </p:nvSpPr>
          <p:spPr>
            <a:xfrm>
              <a:off x="490703" y="39203584"/>
              <a:ext cx="4912539" cy="83501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sz="4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Ackowledgments</a:t>
              </a:r>
              <a:endParaRPr lang="es-ES" sz="4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89" name="Imagen 188">
            <a:extLst>
              <a:ext uri="{FF2B5EF4-FFF2-40B4-BE49-F238E27FC236}">
                <a16:creationId xmlns:a16="http://schemas.microsoft.com/office/drawing/2014/main" id="{B35C29DD-1460-9E0D-9CB9-07676C1731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57383" y="41391997"/>
            <a:ext cx="6001406" cy="1162772"/>
          </a:xfrm>
          <a:prstGeom prst="rect">
            <a:avLst/>
          </a:prstGeom>
        </p:spPr>
      </p:pic>
      <p:grpSp>
        <p:nvGrpSpPr>
          <p:cNvPr id="25" name="Grupo 24">
            <a:extLst>
              <a:ext uri="{FF2B5EF4-FFF2-40B4-BE49-F238E27FC236}">
                <a16:creationId xmlns:a16="http://schemas.microsoft.com/office/drawing/2014/main" id="{03D86896-B20F-6583-2479-51BD9BE583B4}"/>
              </a:ext>
            </a:extLst>
          </p:cNvPr>
          <p:cNvGrpSpPr/>
          <p:nvPr/>
        </p:nvGrpSpPr>
        <p:grpSpPr>
          <a:xfrm>
            <a:off x="263979" y="27660828"/>
            <a:ext cx="8566776" cy="7745092"/>
            <a:chOff x="449612" y="30735020"/>
            <a:chExt cx="9249692" cy="8284532"/>
          </a:xfrm>
        </p:grpSpPr>
        <p:pic>
          <p:nvPicPr>
            <p:cNvPr id="154" name="Imagen 153">
              <a:extLst>
                <a:ext uri="{FF2B5EF4-FFF2-40B4-BE49-F238E27FC236}">
                  <a16:creationId xmlns:a16="http://schemas.microsoft.com/office/drawing/2014/main" id="{25383946-44DE-EE75-DE23-D7F64906C2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1" t="11858" r="10659" b="7140"/>
            <a:stretch>
              <a:fillRect/>
            </a:stretch>
          </p:blipFill>
          <p:spPr>
            <a:xfrm>
              <a:off x="449612" y="30735020"/>
              <a:ext cx="9249692" cy="8284532"/>
            </a:xfrm>
            <a:prstGeom prst="rect">
              <a:avLst/>
            </a:prstGeom>
            <a:ln w="76200">
              <a:noFill/>
            </a:ln>
          </p:spPr>
        </p:pic>
        <p:grpSp>
          <p:nvGrpSpPr>
            <p:cNvPr id="196" name="Grupo 195">
              <a:extLst>
                <a:ext uri="{FF2B5EF4-FFF2-40B4-BE49-F238E27FC236}">
                  <a16:creationId xmlns:a16="http://schemas.microsoft.com/office/drawing/2014/main" id="{5172FDC9-E040-BCD0-B7B0-4061EE06FB3D}"/>
                </a:ext>
              </a:extLst>
            </p:cNvPr>
            <p:cNvGrpSpPr/>
            <p:nvPr/>
          </p:nvGrpSpPr>
          <p:grpSpPr>
            <a:xfrm>
              <a:off x="6982518" y="33264304"/>
              <a:ext cx="2470705" cy="2001912"/>
              <a:chOff x="6982518" y="33264304"/>
              <a:chExt cx="2470705" cy="2001912"/>
            </a:xfrm>
          </p:grpSpPr>
          <p:sp>
            <p:nvSpPr>
              <p:cNvPr id="191" name="CuadroTexto 190">
                <a:extLst>
                  <a:ext uri="{FF2B5EF4-FFF2-40B4-BE49-F238E27FC236}">
                    <a16:creationId xmlns:a16="http://schemas.microsoft.com/office/drawing/2014/main" id="{6F8DA09F-ADA5-8661-AF05-6902DB21DDE9}"/>
                  </a:ext>
                </a:extLst>
              </p:cNvPr>
              <p:cNvSpPr txBox="1"/>
              <p:nvPr/>
            </p:nvSpPr>
            <p:spPr>
              <a:xfrm>
                <a:off x="7408786" y="34245656"/>
                <a:ext cx="2044437" cy="102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</a:t>
                </a:r>
                <a:r>
                  <a: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</a:t>
                </a:r>
                <a:endPara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93" name="Elipse 192">
                <a:extLst>
                  <a:ext uri="{FF2B5EF4-FFF2-40B4-BE49-F238E27FC236}">
                    <a16:creationId xmlns:a16="http://schemas.microsoft.com/office/drawing/2014/main" id="{EC264FF9-3736-689E-5C83-6A5E0FE1C44F}"/>
                  </a:ext>
                </a:extLst>
              </p:cNvPr>
              <p:cNvSpPr/>
              <p:nvPr/>
            </p:nvSpPr>
            <p:spPr>
              <a:xfrm>
                <a:off x="6982518" y="33642947"/>
                <a:ext cx="364806" cy="348711"/>
              </a:xfrm>
              <a:prstGeom prst="ellipse">
                <a:avLst/>
              </a:prstGeom>
              <a:solidFill>
                <a:srgbClr val="FF00EE">
                  <a:alpha val="50196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dirty="0"/>
              </a:p>
            </p:txBody>
          </p:sp>
          <p:sp>
            <p:nvSpPr>
              <p:cNvPr id="194" name="Elipse 193">
                <a:extLst>
                  <a:ext uri="{FF2B5EF4-FFF2-40B4-BE49-F238E27FC236}">
                    <a16:creationId xmlns:a16="http://schemas.microsoft.com/office/drawing/2014/main" id="{615408CF-753B-8E73-C9E9-308BA03A33DA}"/>
                  </a:ext>
                </a:extLst>
              </p:cNvPr>
              <p:cNvSpPr/>
              <p:nvPr/>
            </p:nvSpPr>
            <p:spPr>
              <a:xfrm>
                <a:off x="6982518" y="34548353"/>
                <a:ext cx="364806" cy="348711"/>
              </a:xfrm>
              <a:prstGeom prst="ellipse">
                <a:avLst/>
              </a:prstGeom>
              <a:solidFill>
                <a:srgbClr val="FF00EE"/>
              </a:solidFill>
              <a:ln w="381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95" name="CuadroTexto 194">
                <a:extLst>
                  <a:ext uri="{FF2B5EF4-FFF2-40B4-BE49-F238E27FC236}">
                    <a16:creationId xmlns:a16="http://schemas.microsoft.com/office/drawing/2014/main" id="{9E81EAF6-C10D-0F6E-A6EA-EEB3C518E518}"/>
                  </a:ext>
                </a:extLst>
              </p:cNvPr>
              <p:cNvSpPr txBox="1"/>
              <p:nvPr/>
            </p:nvSpPr>
            <p:spPr>
              <a:xfrm>
                <a:off x="7375982" y="33264304"/>
                <a:ext cx="1902708" cy="9541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s-E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Signal</a:t>
                </a:r>
                <a:r>
                  <a: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s-ES" sz="28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datapoint</a:t>
                </a:r>
                <a:endParaRPr lang="es-ES" sz="2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0096AB86-D650-F3D0-D33B-E89AC8E78FCD}"/>
              </a:ext>
            </a:extLst>
          </p:cNvPr>
          <p:cNvGrpSpPr/>
          <p:nvPr/>
        </p:nvGrpSpPr>
        <p:grpSpPr>
          <a:xfrm>
            <a:off x="23393999" y="10500152"/>
            <a:ext cx="5760691" cy="4823301"/>
            <a:chOff x="23867112" y="10303373"/>
            <a:chExt cx="6331300" cy="5362800"/>
          </a:xfrm>
        </p:grpSpPr>
        <p:pic>
          <p:nvPicPr>
            <p:cNvPr id="124" name="Imagen 123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147B6A2E-A033-342C-9EB6-7BA217FA1D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rcRect l="19124" t="9401" r="24226" b="15848"/>
            <a:stretch>
              <a:fillRect/>
            </a:stretch>
          </p:blipFill>
          <p:spPr>
            <a:xfrm>
              <a:off x="24971213" y="13982629"/>
              <a:ext cx="2340716" cy="1683544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126" name="Imagen 125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54E8CDA4-BC4E-13A3-6DE3-39DE5AD9B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rcRect l="28067" t="25165" r="48192" b="9931"/>
            <a:stretch>
              <a:fillRect/>
            </a:stretch>
          </p:blipFill>
          <p:spPr>
            <a:xfrm rot="16200000">
              <a:off x="26700025" y="10877539"/>
              <a:ext cx="1689911" cy="2416596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128" name="Imagen 127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73F1B52D-6CAD-39D0-50BD-ADDC6F9777C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42291" t="27500" r="38239" b="27043"/>
            <a:stretch>
              <a:fillRect/>
            </a:stretch>
          </p:blipFill>
          <p:spPr>
            <a:xfrm rot="5400000">
              <a:off x="28109727" y="13749700"/>
              <a:ext cx="1689913" cy="2087968"/>
            </a:xfrm>
            <a:prstGeom prst="rect">
              <a:avLst/>
            </a:prstGeom>
            <a:ln w="76200">
              <a:noFill/>
            </a:ln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E4650F44-5861-9FA3-F366-674D62D03F77}"/>
                </a:ext>
              </a:extLst>
            </p:cNvPr>
            <p:cNvSpPr txBox="1"/>
            <p:nvPr/>
          </p:nvSpPr>
          <p:spPr>
            <a:xfrm>
              <a:off x="25078518" y="10303373"/>
              <a:ext cx="4706617" cy="799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[H2O]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8A675975-43B3-47D4-1680-F598C25D7F87}"/>
                </a:ext>
              </a:extLst>
            </p:cNvPr>
            <p:cNvSpPr txBox="1"/>
            <p:nvPr/>
          </p:nvSpPr>
          <p:spPr>
            <a:xfrm>
              <a:off x="23867112" y="13012849"/>
              <a:ext cx="4307183" cy="787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[H2O]</a:t>
              </a:r>
              <a:endParaRPr lang="es-ES" sz="40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F6018736-01B6-D896-C11F-65B959C7B641}"/>
                </a:ext>
              </a:extLst>
            </p:cNvPr>
            <p:cNvSpPr txBox="1"/>
            <p:nvPr/>
          </p:nvSpPr>
          <p:spPr>
            <a:xfrm>
              <a:off x="28110444" y="13059662"/>
              <a:ext cx="2087968" cy="787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es-ES" sz="4000" dirty="0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48E9839-B06E-A883-DE0A-01263ADF143F}"/>
              </a:ext>
            </a:extLst>
          </p:cNvPr>
          <p:cNvSpPr/>
          <p:nvPr/>
        </p:nvSpPr>
        <p:spPr>
          <a:xfrm>
            <a:off x="1344805" y="24107588"/>
            <a:ext cx="919468" cy="914319"/>
          </a:xfrm>
          <a:prstGeom prst="rect">
            <a:avLst/>
          </a:prstGeom>
          <a:noFill/>
          <a:ln w="1143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4C6B21DD-314F-1A1A-FFED-9D43B114DB4C}"/>
              </a:ext>
            </a:extLst>
          </p:cNvPr>
          <p:cNvGrpSpPr/>
          <p:nvPr/>
        </p:nvGrpSpPr>
        <p:grpSpPr>
          <a:xfrm>
            <a:off x="8843053" y="18379269"/>
            <a:ext cx="8260565" cy="7824496"/>
            <a:chOff x="9134496" y="19072045"/>
            <a:chExt cx="7987330" cy="7573851"/>
          </a:xfrm>
        </p:grpSpPr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0A4568C1-9F06-9A3A-3229-4940837E65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6104" t="10760" r="11957"/>
            <a:stretch>
              <a:fillRect/>
            </a:stretch>
          </p:blipFill>
          <p:spPr>
            <a:xfrm>
              <a:off x="9134496" y="19072045"/>
              <a:ext cx="7987330" cy="7573851"/>
            </a:xfrm>
            <a:prstGeom prst="rect">
              <a:avLst/>
            </a:prstGeom>
            <a:ln w="76200">
              <a:noFill/>
            </a:ln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8C3BBBE-8999-18EC-9CDB-2053587241D9}"/>
                </a:ext>
              </a:extLst>
            </p:cNvPr>
            <p:cNvSpPr txBox="1"/>
            <p:nvPr/>
          </p:nvSpPr>
          <p:spPr>
            <a:xfrm>
              <a:off x="10940521" y="19101526"/>
              <a:ext cx="4635655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Zoomed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-in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</a:t>
              </a:r>
              <a:endPara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Grupo 47">
            <a:extLst>
              <a:ext uri="{FF2B5EF4-FFF2-40B4-BE49-F238E27FC236}">
                <a16:creationId xmlns:a16="http://schemas.microsoft.com/office/drawing/2014/main" id="{98FE2331-E7B8-B982-5083-56026CF92E76}"/>
              </a:ext>
            </a:extLst>
          </p:cNvPr>
          <p:cNvGrpSpPr/>
          <p:nvPr/>
        </p:nvGrpSpPr>
        <p:grpSpPr>
          <a:xfrm>
            <a:off x="6530054" y="35605595"/>
            <a:ext cx="10977855" cy="5526067"/>
            <a:chOff x="20312351" y="17757005"/>
            <a:chExt cx="9492505" cy="6415066"/>
          </a:xfrm>
        </p:grpSpPr>
        <p:sp>
          <p:nvSpPr>
            <p:cNvPr id="50" name="Rectángulo redondeado 49">
              <a:extLst>
                <a:ext uri="{FF2B5EF4-FFF2-40B4-BE49-F238E27FC236}">
                  <a16:creationId xmlns:a16="http://schemas.microsoft.com/office/drawing/2014/main" id="{A52FB495-03A2-DA00-6B36-99EA3D845CCC}"/>
                </a:ext>
              </a:extLst>
            </p:cNvPr>
            <p:cNvSpPr/>
            <p:nvPr/>
          </p:nvSpPr>
          <p:spPr>
            <a:xfrm>
              <a:off x="20312351" y="17757005"/>
              <a:ext cx="9492505" cy="6415066"/>
            </a:xfrm>
            <a:prstGeom prst="roundRect">
              <a:avLst>
                <a:gd name="adj" fmla="val 1751"/>
              </a:avLst>
            </a:prstGeom>
            <a:solidFill>
              <a:srgbClr val="FBE3D6"/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3D36B83F-D761-60F8-7A5B-33A1355F3145}"/>
                </a:ext>
              </a:extLst>
            </p:cNvPr>
            <p:cNvSpPr txBox="1"/>
            <p:nvPr/>
          </p:nvSpPr>
          <p:spPr>
            <a:xfrm>
              <a:off x="20429402" y="17911461"/>
              <a:ext cx="9321762" cy="614538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just"/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Between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all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four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tested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present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two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our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interest</a:t>
              </a:r>
              <a:endParaRPr lang="es-E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indent="-457200" algn="just">
                <a:buFont typeface="Wingdings" pitchFamily="2" charset="2"/>
                <a:buChar char="§"/>
              </a:pP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DBSCAN 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Density-Based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Spatial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Applications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Noise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pPr marL="457200" indent="-457200" algn="just">
                <a:buFont typeface="Wingdings" pitchFamily="2" charset="2"/>
                <a:buChar char="§"/>
              </a:pP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FlexMix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(Flexible Mixture </a:t>
              </a:r>
              <a:r>
                <a:rPr lang="es-ES" sz="25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Modeling</a:t>
              </a:r>
              <a:r>
                <a:rPr lang="es-ES" sz="25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pPr marL="457200" indent="-457200" algn="just">
                <a:buFont typeface="Wingdings" pitchFamily="2" charset="2"/>
                <a:buChar char="§"/>
              </a:pP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GMM </a:t>
              </a:r>
              <a:r>
                <a:rPr lang="es-E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(Gaussian Mixture </a:t>
              </a:r>
              <a:r>
                <a:rPr lang="es-ES" sz="25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Models</a:t>
              </a:r>
              <a:r>
                <a:rPr lang="es-ES" sz="2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pPr marL="457200" indent="-457200" algn="just">
                <a:buFont typeface="Wingdings" pitchFamily="2" charset="2"/>
                <a:buChar char="§"/>
              </a:pP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RANSAC</a:t>
              </a:r>
            </a:p>
            <a:p>
              <a:pPr algn="just"/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While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RANSAC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offers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highest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flexibility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in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terms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hyperaparameters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returns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visible, a priori,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good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results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ratios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tendency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 GMM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fails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complety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since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it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based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on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intensity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values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not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slopes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just"/>
              <a:endParaRPr lang="es-E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just"/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Distance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could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give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hints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good</a:t>
              </a:r>
              <a:r>
                <a: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clustering</a:t>
              </a:r>
              <a:endParaRPr lang="es-ES" sz="3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Rectángulo 52">
            <a:extLst>
              <a:ext uri="{FF2B5EF4-FFF2-40B4-BE49-F238E27FC236}">
                <a16:creationId xmlns:a16="http://schemas.microsoft.com/office/drawing/2014/main" id="{ED07EA46-AD2C-0EC6-FC2F-89684CF2313C}"/>
              </a:ext>
            </a:extLst>
          </p:cNvPr>
          <p:cNvSpPr/>
          <p:nvPr/>
        </p:nvSpPr>
        <p:spPr>
          <a:xfrm>
            <a:off x="1484683" y="33996349"/>
            <a:ext cx="839614" cy="785558"/>
          </a:xfrm>
          <a:prstGeom prst="rect">
            <a:avLst/>
          </a:prstGeom>
          <a:noFill/>
          <a:ln w="1143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4E7B1F2-DEB1-0AB7-22B6-5906F65EAA7A}"/>
              </a:ext>
            </a:extLst>
          </p:cNvPr>
          <p:cNvSpPr txBox="1"/>
          <p:nvPr/>
        </p:nvSpPr>
        <p:spPr>
          <a:xfrm>
            <a:off x="2679933" y="27688500"/>
            <a:ext cx="4696301" cy="6037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RANSAC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s-E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4656B555-928D-0BA2-C287-F18E9914B0A9}"/>
              </a:ext>
            </a:extLst>
          </p:cNvPr>
          <p:cNvSpPr txBox="1"/>
          <p:nvPr/>
        </p:nvSpPr>
        <p:spPr>
          <a:xfrm>
            <a:off x="10160903" y="27688500"/>
            <a:ext cx="704206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Zoomed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view</a:t>
            </a:r>
            <a:r>
              <a: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RANSAC </a:t>
            </a:r>
            <a:r>
              <a:rPr lang="es-E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s-E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1" name="Grupo 70">
            <a:extLst>
              <a:ext uri="{FF2B5EF4-FFF2-40B4-BE49-F238E27FC236}">
                <a16:creationId xmlns:a16="http://schemas.microsoft.com/office/drawing/2014/main" id="{DAA56337-421A-87B7-9A93-A86EB2018643}"/>
              </a:ext>
            </a:extLst>
          </p:cNvPr>
          <p:cNvGrpSpPr/>
          <p:nvPr/>
        </p:nvGrpSpPr>
        <p:grpSpPr>
          <a:xfrm>
            <a:off x="275129" y="35647905"/>
            <a:ext cx="6274410" cy="5490742"/>
            <a:chOff x="291728" y="35670715"/>
            <a:chExt cx="6274410" cy="5490742"/>
          </a:xfrm>
        </p:grpSpPr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51293440-3963-5F82-182D-1D1C3FCE65F2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10082" r="8393" b="7142"/>
            <a:stretch>
              <a:fillRect/>
            </a:stretch>
          </p:blipFill>
          <p:spPr>
            <a:xfrm>
              <a:off x="291728" y="35670715"/>
              <a:ext cx="6076569" cy="5490742"/>
            </a:xfrm>
            <a:prstGeom prst="rect">
              <a:avLst/>
            </a:prstGeom>
            <a:ln w="76200">
              <a:noFill/>
            </a:ln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F2B2D835-07E5-51E2-3555-9AC19335D631}"/>
                </a:ext>
              </a:extLst>
            </p:cNvPr>
            <p:cNvSpPr txBox="1"/>
            <p:nvPr/>
          </p:nvSpPr>
          <p:spPr>
            <a:xfrm>
              <a:off x="2137580" y="35710600"/>
              <a:ext cx="2384863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GMM </a:t>
              </a:r>
              <a:r>
                <a:rPr lang="es-ES" sz="3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s-ES" sz="3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4C5D4F60-3A0E-BF17-F2AF-F3C28AB82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l="31075" t="61250" r="67235" b="36985"/>
            <a:stretch>
              <a:fillRect/>
            </a:stretch>
          </p:blipFill>
          <p:spPr>
            <a:xfrm>
              <a:off x="4158472" y="38123458"/>
              <a:ext cx="234013" cy="244341"/>
            </a:xfrm>
            <a:prstGeom prst="rect">
              <a:avLst/>
            </a:prstGeom>
            <a:ln w="76200">
              <a:noFill/>
            </a:ln>
          </p:spPr>
        </p:pic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E03934F2-49D0-A060-82B9-D57C89FA757C}"/>
                </a:ext>
              </a:extLst>
            </p:cNvPr>
            <p:cNvSpPr txBox="1"/>
            <p:nvPr/>
          </p:nvSpPr>
          <p:spPr>
            <a:xfrm>
              <a:off x="4364325" y="38045137"/>
              <a:ext cx="22018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Gaussian centers</a:t>
              </a:r>
            </a:p>
          </p:txBody>
        </p:sp>
      </p:grpSp>
      <p:sp>
        <p:nvSpPr>
          <p:cNvPr id="103" name="Rectángulo redondeado 102">
            <a:extLst>
              <a:ext uri="{FF2B5EF4-FFF2-40B4-BE49-F238E27FC236}">
                <a16:creationId xmlns:a16="http://schemas.microsoft.com/office/drawing/2014/main" id="{CB213769-749D-25F5-10FE-1656689396A0}"/>
              </a:ext>
            </a:extLst>
          </p:cNvPr>
          <p:cNvSpPr/>
          <p:nvPr/>
        </p:nvSpPr>
        <p:spPr>
          <a:xfrm>
            <a:off x="17725466" y="27619539"/>
            <a:ext cx="12294382" cy="6735779"/>
          </a:xfrm>
          <a:prstGeom prst="roundRect">
            <a:avLst>
              <a:gd name="adj" fmla="val 1751"/>
            </a:avLst>
          </a:prstGeom>
          <a:solidFill>
            <a:srgbClr val="E4D7AE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5" name="Grupo 104">
            <a:extLst>
              <a:ext uri="{FF2B5EF4-FFF2-40B4-BE49-F238E27FC236}">
                <a16:creationId xmlns:a16="http://schemas.microsoft.com/office/drawing/2014/main" id="{CB63C3A5-101D-E337-9B79-3899F28A053E}"/>
              </a:ext>
            </a:extLst>
          </p:cNvPr>
          <p:cNvGrpSpPr/>
          <p:nvPr/>
        </p:nvGrpSpPr>
        <p:grpSpPr>
          <a:xfrm>
            <a:off x="17716741" y="26362054"/>
            <a:ext cx="12294382" cy="1089559"/>
            <a:chOff x="17680508" y="23607612"/>
            <a:chExt cx="12294382" cy="1089559"/>
          </a:xfrm>
        </p:grpSpPr>
        <p:grpSp>
          <p:nvGrpSpPr>
            <p:cNvPr id="113" name="Grupo 112">
              <a:extLst>
                <a:ext uri="{FF2B5EF4-FFF2-40B4-BE49-F238E27FC236}">
                  <a16:creationId xmlns:a16="http://schemas.microsoft.com/office/drawing/2014/main" id="{BF61E3E3-8F8C-72D1-0C44-6034A37B250F}"/>
                </a:ext>
              </a:extLst>
            </p:cNvPr>
            <p:cNvGrpSpPr/>
            <p:nvPr/>
          </p:nvGrpSpPr>
          <p:grpSpPr>
            <a:xfrm>
              <a:off x="17680508" y="23679319"/>
              <a:ext cx="12294382" cy="1017852"/>
              <a:chOff x="20281924" y="18377063"/>
              <a:chExt cx="9511496" cy="5309329"/>
            </a:xfrm>
          </p:grpSpPr>
          <p:sp>
            <p:nvSpPr>
              <p:cNvPr id="117" name="Rectángulo redondeado 116">
                <a:extLst>
                  <a:ext uri="{FF2B5EF4-FFF2-40B4-BE49-F238E27FC236}">
                    <a16:creationId xmlns:a16="http://schemas.microsoft.com/office/drawing/2014/main" id="{48952648-17C8-0253-C50E-E44FD9091DFE}"/>
                  </a:ext>
                </a:extLst>
              </p:cNvPr>
              <p:cNvSpPr/>
              <p:nvPr/>
            </p:nvSpPr>
            <p:spPr>
              <a:xfrm>
                <a:off x="20281924" y="18377063"/>
                <a:ext cx="9511496" cy="5309329"/>
              </a:xfrm>
              <a:prstGeom prst="roundRect">
                <a:avLst>
                  <a:gd name="adj" fmla="val 1751"/>
                </a:avLst>
              </a:prstGeom>
              <a:solidFill>
                <a:srgbClr val="FBE3D6"/>
              </a:solidFill>
              <a:ln w="762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5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CuadroTexto 117">
                <a:extLst>
                  <a:ext uri="{FF2B5EF4-FFF2-40B4-BE49-F238E27FC236}">
                    <a16:creationId xmlns:a16="http://schemas.microsoft.com/office/drawing/2014/main" id="{8877A570-FE88-358B-0373-131BAB5D35FC}"/>
                  </a:ext>
                </a:extLst>
              </p:cNvPr>
              <p:cNvSpPr txBox="1"/>
              <p:nvPr/>
            </p:nvSpPr>
            <p:spPr>
              <a:xfrm>
                <a:off x="20653661" y="19716095"/>
                <a:ext cx="8961604" cy="741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422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6" name="CuadroTexto 115">
              <a:extLst>
                <a:ext uri="{FF2B5EF4-FFF2-40B4-BE49-F238E27FC236}">
                  <a16:creationId xmlns:a16="http://schemas.microsoft.com/office/drawing/2014/main" id="{DDDB804F-6B3C-2D15-DFEE-3C4067F05D99}"/>
                </a:ext>
              </a:extLst>
            </p:cNvPr>
            <p:cNvSpPr txBox="1"/>
            <p:nvPr/>
          </p:nvSpPr>
          <p:spPr>
            <a:xfrm>
              <a:off x="18071828" y="23607612"/>
              <a:ext cx="11211306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6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Discussion</a:t>
              </a:r>
              <a:endParaRPr lang="es-ES" sz="6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4" name="CuadroTexto 163">
            <a:extLst>
              <a:ext uri="{FF2B5EF4-FFF2-40B4-BE49-F238E27FC236}">
                <a16:creationId xmlns:a16="http://schemas.microsoft.com/office/drawing/2014/main" id="{55974EE4-A707-697D-715C-6DD263BB51BF}"/>
              </a:ext>
            </a:extLst>
          </p:cNvPr>
          <p:cNvSpPr txBox="1"/>
          <p:nvPr/>
        </p:nvSpPr>
        <p:spPr>
          <a:xfrm>
            <a:off x="17825812" y="27734425"/>
            <a:ext cx="11954985" cy="105875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sensible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densities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provoking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towards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intense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comulous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tries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as posible,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ignoring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overfitted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posterior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proximity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densities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intense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§"/>
            </a:pPr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5" name="Grupo 114">
            <a:extLst>
              <a:ext uri="{FF2B5EF4-FFF2-40B4-BE49-F238E27FC236}">
                <a16:creationId xmlns:a16="http://schemas.microsoft.com/office/drawing/2014/main" id="{4F4FC978-610F-0ED8-E6EC-50B953F99F5F}"/>
              </a:ext>
            </a:extLst>
          </p:cNvPr>
          <p:cNvGrpSpPr/>
          <p:nvPr/>
        </p:nvGrpSpPr>
        <p:grpSpPr>
          <a:xfrm>
            <a:off x="17747169" y="26842867"/>
            <a:ext cx="12294382" cy="8762728"/>
            <a:chOff x="17558536" y="23936025"/>
            <a:chExt cx="12294382" cy="8762728"/>
          </a:xfrm>
        </p:grpSpPr>
        <p:grpSp>
          <p:nvGrpSpPr>
            <p:cNvPr id="119" name="Grupo 118">
              <a:extLst>
                <a:ext uri="{FF2B5EF4-FFF2-40B4-BE49-F238E27FC236}">
                  <a16:creationId xmlns:a16="http://schemas.microsoft.com/office/drawing/2014/main" id="{0A42B337-11BE-372B-8054-288506E2C14D}"/>
                </a:ext>
              </a:extLst>
            </p:cNvPr>
            <p:cNvGrpSpPr/>
            <p:nvPr/>
          </p:nvGrpSpPr>
          <p:grpSpPr>
            <a:xfrm>
              <a:off x="17558536" y="23936025"/>
              <a:ext cx="12294382" cy="8762728"/>
              <a:chOff x="20187561" y="19716095"/>
              <a:chExt cx="9511496" cy="45708223"/>
            </a:xfrm>
          </p:grpSpPr>
          <p:sp>
            <p:nvSpPr>
              <p:cNvPr id="122" name="Rectángulo redondeado 121">
                <a:extLst>
                  <a:ext uri="{FF2B5EF4-FFF2-40B4-BE49-F238E27FC236}">
                    <a16:creationId xmlns:a16="http://schemas.microsoft.com/office/drawing/2014/main" id="{6F6D436A-8D07-74DE-BFC9-53BA1393D0B3}"/>
                  </a:ext>
                </a:extLst>
              </p:cNvPr>
              <p:cNvSpPr/>
              <p:nvPr/>
            </p:nvSpPr>
            <p:spPr>
              <a:xfrm>
                <a:off x="20187561" y="60114989"/>
                <a:ext cx="9511496" cy="5309329"/>
              </a:xfrm>
              <a:prstGeom prst="roundRect">
                <a:avLst>
                  <a:gd name="adj" fmla="val 1751"/>
                </a:avLst>
              </a:prstGeom>
              <a:solidFill>
                <a:srgbClr val="FBE3D6"/>
              </a:solidFill>
              <a:ln w="7620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 sz="54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3" name="CuadroTexto 122">
                <a:extLst>
                  <a:ext uri="{FF2B5EF4-FFF2-40B4-BE49-F238E27FC236}">
                    <a16:creationId xmlns:a16="http://schemas.microsoft.com/office/drawing/2014/main" id="{BA2C3D9A-4D81-633D-7254-524495A0F268}"/>
                  </a:ext>
                </a:extLst>
              </p:cNvPr>
              <p:cNvSpPr txBox="1"/>
              <p:nvPr/>
            </p:nvSpPr>
            <p:spPr>
              <a:xfrm>
                <a:off x="20653661" y="19716095"/>
                <a:ext cx="8961604" cy="741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just"/>
                <a:endParaRPr lang="es-ES" sz="422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21" name="CuadroTexto 120">
              <a:extLst>
                <a:ext uri="{FF2B5EF4-FFF2-40B4-BE49-F238E27FC236}">
                  <a16:creationId xmlns:a16="http://schemas.microsoft.com/office/drawing/2014/main" id="{28F71048-1BC5-83DF-AD33-FEBFD3F5F7BB}"/>
                </a:ext>
              </a:extLst>
            </p:cNvPr>
            <p:cNvSpPr txBox="1"/>
            <p:nvPr/>
          </p:nvSpPr>
          <p:spPr>
            <a:xfrm>
              <a:off x="18100074" y="31517322"/>
              <a:ext cx="11211306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6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</a:t>
              </a:r>
              <a:r>
                <a:rPr lang="es-ES" sz="6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prospects</a:t>
              </a:r>
              <a:endParaRPr lang="es-ES" sz="6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2" name="Rectángulo redondeado 131">
            <a:extLst>
              <a:ext uri="{FF2B5EF4-FFF2-40B4-BE49-F238E27FC236}">
                <a16:creationId xmlns:a16="http://schemas.microsoft.com/office/drawing/2014/main" id="{B2541403-22D0-4FCE-661F-718718634A2C}"/>
              </a:ext>
            </a:extLst>
          </p:cNvPr>
          <p:cNvSpPr/>
          <p:nvPr/>
        </p:nvSpPr>
        <p:spPr>
          <a:xfrm>
            <a:off x="17716741" y="35922186"/>
            <a:ext cx="12294382" cy="6735779"/>
          </a:xfrm>
          <a:prstGeom prst="roundRect">
            <a:avLst>
              <a:gd name="adj" fmla="val 1751"/>
            </a:avLst>
          </a:prstGeom>
          <a:solidFill>
            <a:srgbClr val="FBE3D6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1262562E-7D82-73FF-3B72-A5EA648B1983}"/>
              </a:ext>
            </a:extLst>
          </p:cNvPr>
          <p:cNvSpPr txBox="1"/>
          <p:nvPr/>
        </p:nvSpPr>
        <p:spPr>
          <a:xfrm>
            <a:off x="17887905" y="36048389"/>
            <a:ext cx="1182091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indent="-742950" algn="just">
              <a:buFont typeface="+mj-lt"/>
              <a:buAutoNum type="arabicPeriod"/>
            </a:pP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converting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angular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GMM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deal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absolute magnitudes</a:t>
            </a:r>
          </a:p>
          <a:p>
            <a:pPr algn="just"/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Increasing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dimensionality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028700" lvl="1" indent="-571500" algn="just">
              <a:buFontTx/>
              <a:buChar char="-"/>
            </a:pP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mixture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compositions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028700" lvl="1" indent="-571500" algn="just">
              <a:buFontTx/>
              <a:buChar char="-"/>
            </a:pP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evolution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4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s-E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38500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EFADD-E334-7C4E-4D10-0BBD6942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redondeado 37">
            <a:extLst>
              <a:ext uri="{FF2B5EF4-FFF2-40B4-BE49-F238E27FC236}">
                <a16:creationId xmlns:a16="http://schemas.microsoft.com/office/drawing/2014/main" id="{A6A8EE57-195A-A523-71FF-AF73C454801F}"/>
              </a:ext>
            </a:extLst>
          </p:cNvPr>
          <p:cNvSpPr/>
          <p:nvPr/>
        </p:nvSpPr>
        <p:spPr>
          <a:xfrm>
            <a:off x="17709551" y="27762156"/>
            <a:ext cx="12341540" cy="6283258"/>
          </a:xfrm>
          <a:prstGeom prst="roundRect">
            <a:avLst>
              <a:gd name="adj" fmla="val 1751"/>
            </a:avLst>
          </a:prstGeom>
          <a:solidFill>
            <a:srgbClr val="D4C6A0">
              <a:alpha val="61709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ángulo redondeado 27">
            <a:extLst>
              <a:ext uri="{FF2B5EF4-FFF2-40B4-BE49-F238E27FC236}">
                <a16:creationId xmlns:a16="http://schemas.microsoft.com/office/drawing/2014/main" id="{46EF1CC6-6D14-7A49-45B8-97285E574DA4}"/>
              </a:ext>
            </a:extLst>
          </p:cNvPr>
          <p:cNvSpPr/>
          <p:nvPr/>
        </p:nvSpPr>
        <p:spPr>
          <a:xfrm>
            <a:off x="6361894" y="35437224"/>
            <a:ext cx="11052543" cy="5778042"/>
          </a:xfrm>
          <a:prstGeom prst="roundRect">
            <a:avLst>
              <a:gd name="adj" fmla="val 1751"/>
            </a:avLst>
          </a:prstGeom>
          <a:solidFill>
            <a:srgbClr val="E4D7AE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ángulo redondeado 26">
            <a:extLst>
              <a:ext uri="{FF2B5EF4-FFF2-40B4-BE49-F238E27FC236}">
                <a16:creationId xmlns:a16="http://schemas.microsoft.com/office/drawing/2014/main" id="{DE98927A-17BE-7E50-305E-0A688A17B250}"/>
              </a:ext>
            </a:extLst>
          </p:cNvPr>
          <p:cNvSpPr/>
          <p:nvPr/>
        </p:nvSpPr>
        <p:spPr>
          <a:xfrm>
            <a:off x="17669583" y="18177004"/>
            <a:ext cx="12294382" cy="7792278"/>
          </a:xfrm>
          <a:prstGeom prst="roundRect">
            <a:avLst>
              <a:gd name="adj" fmla="val 2403"/>
            </a:avLst>
          </a:prstGeom>
          <a:solidFill>
            <a:srgbClr val="FFECB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Rectángulo redondeado 119">
            <a:extLst>
              <a:ext uri="{FF2B5EF4-FFF2-40B4-BE49-F238E27FC236}">
                <a16:creationId xmlns:a16="http://schemas.microsoft.com/office/drawing/2014/main" id="{D44E55DF-962E-EF21-D21B-455D90C5FA47}"/>
              </a:ext>
            </a:extLst>
          </p:cNvPr>
          <p:cNvSpPr/>
          <p:nvPr/>
        </p:nvSpPr>
        <p:spPr>
          <a:xfrm>
            <a:off x="203988" y="26401857"/>
            <a:ext cx="17212317" cy="1126639"/>
          </a:xfrm>
          <a:prstGeom prst="roundRect">
            <a:avLst>
              <a:gd name="adj" fmla="val 15278"/>
            </a:avLst>
          </a:prstGeom>
          <a:solidFill>
            <a:srgbClr val="E4D7AE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ángulo redondeado 34">
            <a:extLst>
              <a:ext uri="{FF2B5EF4-FFF2-40B4-BE49-F238E27FC236}">
                <a16:creationId xmlns:a16="http://schemas.microsoft.com/office/drawing/2014/main" id="{D9296CFE-2651-45E2-54E5-44FAD3A015E3}"/>
              </a:ext>
            </a:extLst>
          </p:cNvPr>
          <p:cNvSpPr/>
          <p:nvPr/>
        </p:nvSpPr>
        <p:spPr>
          <a:xfrm>
            <a:off x="233500" y="15719959"/>
            <a:ext cx="29730464" cy="2569679"/>
          </a:xfrm>
          <a:prstGeom prst="roundRect">
            <a:avLst>
              <a:gd name="adj" fmla="val 6693"/>
            </a:avLst>
          </a:prstGeom>
          <a:solidFill>
            <a:srgbClr val="FFECB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61B4C9E-AE5C-36C4-EE7A-A007F00AB471}"/>
              </a:ext>
            </a:extLst>
          </p:cNvPr>
          <p:cNvSpPr txBox="1"/>
          <p:nvPr/>
        </p:nvSpPr>
        <p:spPr>
          <a:xfrm>
            <a:off x="628992" y="15606302"/>
            <a:ext cx="27194252" cy="1107996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5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s-ES" sz="6600" dirty="0">
                <a:solidFill>
                  <a:schemeClr val="tx1"/>
                </a:solidFill>
              </a:rPr>
              <a:t>Methods</a:t>
            </a:r>
          </a:p>
        </p:txBody>
      </p:sp>
      <p:sp>
        <p:nvSpPr>
          <p:cNvPr id="91" name="CuadroTexto 90">
            <a:extLst>
              <a:ext uri="{FF2B5EF4-FFF2-40B4-BE49-F238E27FC236}">
                <a16:creationId xmlns:a16="http://schemas.microsoft.com/office/drawing/2014/main" id="{A2CB5530-981D-9E12-F3EF-E05368A230ED}"/>
              </a:ext>
            </a:extLst>
          </p:cNvPr>
          <p:cNvSpPr txBox="1"/>
          <p:nvPr/>
        </p:nvSpPr>
        <p:spPr>
          <a:xfrm>
            <a:off x="606918" y="15975590"/>
            <a:ext cx="29216989" cy="2896177"/>
          </a:xfrm>
          <a:prstGeom prst="rect">
            <a:avLst/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5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just"/>
            <a:r>
              <a:rPr lang="es-ES" sz="3300" b="0" dirty="0">
                <a:solidFill>
                  <a:schemeClr val="tx1"/>
                </a:solidFill>
              </a:rPr>
              <a:t>						   	  </a:t>
            </a:r>
            <a:r>
              <a:rPr lang="es-ES" sz="3300" b="0" dirty="0" err="1">
                <a:solidFill>
                  <a:schemeClr val="tx1"/>
                </a:solidFill>
              </a:rPr>
              <a:t>By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facing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intensities</a:t>
            </a:r>
            <a:r>
              <a:rPr lang="es-ES" sz="3300" b="0" dirty="0">
                <a:solidFill>
                  <a:schemeClr val="tx1"/>
                </a:solidFill>
              </a:rPr>
              <a:t> of </a:t>
            </a:r>
            <a:r>
              <a:rPr lang="es-ES" sz="3300" b="0" dirty="0" err="1">
                <a:solidFill>
                  <a:schemeClr val="tx1"/>
                </a:solidFill>
              </a:rPr>
              <a:t>the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spectra</a:t>
            </a:r>
            <a:r>
              <a:rPr lang="es-ES" sz="3300" b="0" dirty="0">
                <a:solidFill>
                  <a:schemeClr val="tx1"/>
                </a:solidFill>
              </a:rPr>
              <a:t> of </a:t>
            </a:r>
            <a:r>
              <a:rPr lang="es-ES" sz="3300" b="0" dirty="0" err="1">
                <a:solidFill>
                  <a:schemeClr val="tx1"/>
                </a:solidFill>
              </a:rPr>
              <a:t>two</a:t>
            </a:r>
            <a:r>
              <a:rPr lang="es-ES" sz="3300" b="0" dirty="0">
                <a:solidFill>
                  <a:schemeClr val="tx1"/>
                </a:solidFill>
              </a:rPr>
              <a:t> mixtures </a:t>
            </a:r>
            <a:r>
              <a:rPr lang="es-ES" sz="3300" b="0" dirty="0" err="1">
                <a:solidFill>
                  <a:schemeClr val="tx1"/>
                </a:solidFill>
              </a:rPr>
              <a:t>with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different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composition</a:t>
            </a:r>
            <a:r>
              <a:rPr lang="es-ES" sz="3300" b="0" dirty="0">
                <a:solidFill>
                  <a:schemeClr val="tx1"/>
                </a:solidFill>
              </a:rPr>
              <a:t> [K. C. Gilbert et al., J. </a:t>
            </a:r>
            <a:r>
              <a:rPr lang="es-ES" sz="3300" b="0" dirty="0" err="1">
                <a:solidFill>
                  <a:schemeClr val="tx1"/>
                </a:solidFill>
              </a:rPr>
              <a:t>Phys</a:t>
            </a:r>
            <a:r>
              <a:rPr lang="es-ES" sz="3300" b="0" dirty="0">
                <a:solidFill>
                  <a:schemeClr val="tx1"/>
                </a:solidFill>
              </a:rPr>
              <a:t>. </a:t>
            </a:r>
            <a:r>
              <a:rPr lang="es-ES" sz="3300" b="0" dirty="0" err="1">
                <a:solidFill>
                  <a:schemeClr val="tx1"/>
                </a:solidFill>
              </a:rPr>
              <a:t>Chem</a:t>
            </a:r>
            <a:r>
              <a:rPr lang="es-ES" sz="3300" b="0" dirty="0">
                <a:solidFill>
                  <a:schemeClr val="tx1"/>
                </a:solidFill>
              </a:rPr>
              <a:t>. A. 129 (45), 10393-10403 (2025)], </a:t>
            </a:r>
            <a:r>
              <a:rPr lang="es-ES" sz="3300" b="0" dirty="0" err="1">
                <a:solidFill>
                  <a:schemeClr val="tx1"/>
                </a:solidFill>
              </a:rPr>
              <a:t>we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detect</a:t>
            </a:r>
            <a:r>
              <a:rPr lang="es-ES" sz="3300" b="0" dirty="0">
                <a:solidFill>
                  <a:schemeClr val="tx1"/>
                </a:solidFill>
              </a:rPr>
              <a:t> linear </a:t>
            </a:r>
            <a:r>
              <a:rPr lang="es-ES" sz="3300" b="0" dirty="0" err="1">
                <a:solidFill>
                  <a:schemeClr val="tx1"/>
                </a:solidFill>
              </a:rPr>
              <a:t>patterns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called</a:t>
            </a:r>
            <a:r>
              <a:rPr lang="es-ES" sz="3300" b="0" dirty="0">
                <a:solidFill>
                  <a:schemeClr val="tx1"/>
                </a:solidFill>
              </a:rPr>
              <a:t> “</a:t>
            </a:r>
            <a:r>
              <a:rPr lang="es-ES" sz="3300" b="0" dirty="0" err="1">
                <a:solidFill>
                  <a:schemeClr val="tx1"/>
                </a:solidFill>
              </a:rPr>
              <a:t>rays</a:t>
            </a:r>
            <a:r>
              <a:rPr lang="es-ES" sz="3300" b="0" dirty="0">
                <a:solidFill>
                  <a:schemeClr val="tx1"/>
                </a:solidFill>
              </a:rPr>
              <a:t>”. </a:t>
            </a:r>
            <a:r>
              <a:rPr lang="es-ES" sz="3300" dirty="0" err="1">
                <a:solidFill>
                  <a:schemeClr val="tx1"/>
                </a:solidFill>
              </a:rPr>
              <a:t>Each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ray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corresponds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to</a:t>
            </a:r>
            <a:r>
              <a:rPr lang="es-ES" sz="3300" dirty="0">
                <a:solidFill>
                  <a:schemeClr val="tx1"/>
                </a:solidFill>
              </a:rPr>
              <a:t> a </a:t>
            </a:r>
            <a:r>
              <a:rPr lang="es-ES" sz="3300" dirty="0" err="1">
                <a:solidFill>
                  <a:schemeClr val="tx1"/>
                </a:solidFill>
              </a:rPr>
              <a:t>unique</a:t>
            </a:r>
            <a:r>
              <a:rPr lang="es-ES" sz="3300" dirty="0">
                <a:solidFill>
                  <a:schemeClr val="tx1"/>
                </a:solidFill>
              </a:rPr>
              <a:t> response </a:t>
            </a:r>
            <a:r>
              <a:rPr lang="es-ES" sz="3300" dirty="0" err="1">
                <a:solidFill>
                  <a:schemeClr val="tx1"/>
                </a:solidFill>
              </a:rPr>
              <a:t>to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changes</a:t>
            </a:r>
            <a:r>
              <a:rPr lang="es-ES" sz="3300" dirty="0">
                <a:solidFill>
                  <a:schemeClr val="tx1"/>
                </a:solidFill>
              </a:rPr>
              <a:t> in </a:t>
            </a:r>
            <a:r>
              <a:rPr lang="es-ES" sz="3300" dirty="0" err="1">
                <a:solidFill>
                  <a:schemeClr val="tx1"/>
                </a:solidFill>
              </a:rPr>
              <a:t>composition</a:t>
            </a:r>
            <a:r>
              <a:rPr lang="es-ES" sz="3300" dirty="0">
                <a:solidFill>
                  <a:schemeClr val="tx1"/>
                </a:solidFill>
              </a:rPr>
              <a:t> and </a:t>
            </a:r>
            <a:r>
              <a:rPr lang="es-ES" sz="3300" dirty="0" err="1">
                <a:solidFill>
                  <a:schemeClr val="tx1"/>
                </a:solidFill>
              </a:rPr>
              <a:t>therefore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to</a:t>
            </a:r>
            <a:r>
              <a:rPr lang="es-ES" sz="3300" dirty="0">
                <a:solidFill>
                  <a:schemeClr val="tx1"/>
                </a:solidFill>
              </a:rPr>
              <a:t> a </a:t>
            </a:r>
            <a:r>
              <a:rPr lang="es-ES" sz="3300" dirty="0" err="1">
                <a:solidFill>
                  <a:schemeClr val="tx1"/>
                </a:solidFill>
              </a:rPr>
              <a:t>specific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chemical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species</a:t>
            </a:r>
            <a:r>
              <a:rPr lang="es-ES" sz="3300" b="0" dirty="0">
                <a:solidFill>
                  <a:schemeClr val="tx1"/>
                </a:solidFill>
              </a:rPr>
              <a:t>. </a:t>
            </a:r>
            <a:r>
              <a:rPr lang="es-ES" sz="3300" b="0" dirty="0" err="1">
                <a:solidFill>
                  <a:schemeClr val="tx1"/>
                </a:solidFill>
              </a:rPr>
              <a:t>We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developed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different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unsupervised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dirty="0" err="1">
                <a:solidFill>
                  <a:schemeClr val="tx1"/>
                </a:solidFill>
              </a:rPr>
              <a:t>clustering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dirty="0">
                <a:solidFill>
                  <a:schemeClr val="tx1"/>
                </a:solidFill>
              </a:rPr>
              <a:t>Machine Learning </a:t>
            </a:r>
            <a:r>
              <a:rPr lang="es-ES" sz="3300" dirty="0" err="1">
                <a:solidFill>
                  <a:schemeClr val="tx1"/>
                </a:solidFill>
              </a:rPr>
              <a:t>algorithms</a:t>
            </a:r>
            <a:r>
              <a:rPr lang="es-ES" sz="330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to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isolate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each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ray</a:t>
            </a:r>
            <a:r>
              <a:rPr lang="es-ES" sz="3300" b="0" dirty="0">
                <a:solidFill>
                  <a:schemeClr val="tx1"/>
                </a:solidFill>
              </a:rPr>
              <a:t> and </a:t>
            </a:r>
            <a:r>
              <a:rPr lang="es-ES" sz="3300" b="0" dirty="0" err="1">
                <a:solidFill>
                  <a:schemeClr val="tx1"/>
                </a:solidFill>
              </a:rPr>
              <a:t>assign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each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cluster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to</a:t>
            </a:r>
            <a:r>
              <a:rPr lang="es-ES" sz="3300" b="0" dirty="0">
                <a:solidFill>
                  <a:schemeClr val="tx1"/>
                </a:solidFill>
              </a:rPr>
              <a:t> a </a:t>
            </a:r>
            <a:r>
              <a:rPr lang="es-ES" sz="3300" b="0" dirty="0" err="1">
                <a:solidFill>
                  <a:schemeClr val="tx1"/>
                </a:solidFill>
              </a:rPr>
              <a:t>chemical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species</a:t>
            </a:r>
            <a:r>
              <a:rPr lang="es-ES" sz="3300" b="0" dirty="0">
                <a:solidFill>
                  <a:schemeClr val="tx1"/>
                </a:solidFill>
              </a:rPr>
              <a:t> of SO</a:t>
            </a:r>
            <a:r>
              <a:rPr lang="es-ES" sz="3300" b="0" baseline="-25000" dirty="0">
                <a:solidFill>
                  <a:schemeClr val="tx1"/>
                </a:solidFill>
              </a:rPr>
              <a:t>2</a:t>
            </a:r>
            <a:r>
              <a:rPr lang="es-ES" sz="3300" b="0" dirty="0">
                <a:solidFill>
                  <a:schemeClr val="tx1"/>
                </a:solidFill>
              </a:rPr>
              <a:t>/H</a:t>
            </a:r>
            <a:r>
              <a:rPr lang="es-ES" sz="3300" b="0" baseline="-25000" dirty="0">
                <a:solidFill>
                  <a:schemeClr val="tx1"/>
                </a:solidFill>
              </a:rPr>
              <a:t>2</a:t>
            </a:r>
            <a:r>
              <a:rPr lang="es-ES" sz="3300" b="0" dirty="0">
                <a:solidFill>
                  <a:schemeClr val="tx1"/>
                </a:solidFill>
              </a:rPr>
              <a:t>O. </a:t>
            </a:r>
            <a:r>
              <a:rPr lang="es-ES" sz="3300" b="0" dirty="0" err="1">
                <a:solidFill>
                  <a:schemeClr val="tx1"/>
                </a:solidFill>
              </a:rPr>
              <a:t>We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focus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on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the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best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perfomance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achieved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by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dirty="0">
                <a:solidFill>
                  <a:schemeClr val="tx1"/>
                </a:solidFill>
              </a:rPr>
              <a:t>RANSAC</a:t>
            </a:r>
            <a:r>
              <a:rPr lang="es-ES" sz="3300" b="0" dirty="0">
                <a:solidFill>
                  <a:schemeClr val="tx1"/>
                </a:solidFill>
              </a:rPr>
              <a:t> (</a:t>
            </a:r>
            <a:r>
              <a:rPr lang="es-ES" sz="3300" b="0" dirty="0" err="1">
                <a:solidFill>
                  <a:schemeClr val="tx1"/>
                </a:solidFill>
              </a:rPr>
              <a:t>RANdom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Sample</a:t>
            </a:r>
            <a:r>
              <a:rPr lang="es-ES" sz="3300" b="0" dirty="0">
                <a:solidFill>
                  <a:schemeClr val="tx1"/>
                </a:solidFill>
              </a:rPr>
              <a:t> </a:t>
            </a:r>
            <a:r>
              <a:rPr lang="es-ES" sz="3300" b="0" dirty="0" err="1">
                <a:solidFill>
                  <a:schemeClr val="tx1"/>
                </a:solidFill>
              </a:rPr>
              <a:t>Consensus</a:t>
            </a:r>
            <a:r>
              <a:rPr lang="es-ES" sz="3300" b="0" dirty="0">
                <a:solidFill>
                  <a:schemeClr val="tx1"/>
                </a:solidFill>
              </a:rPr>
              <a:t>) </a:t>
            </a:r>
            <a:r>
              <a:rPr lang="es-ES" sz="3300" b="0" dirty="0" err="1">
                <a:solidFill>
                  <a:schemeClr val="tx1"/>
                </a:solidFill>
              </a:rPr>
              <a:t>algorithm</a:t>
            </a:r>
            <a:r>
              <a:rPr lang="es-ES" sz="3300" b="0" dirty="0">
                <a:solidFill>
                  <a:schemeClr val="tx1"/>
                </a:solidFill>
              </a:rPr>
              <a:t>.</a:t>
            </a:r>
          </a:p>
          <a:p>
            <a:endParaRPr lang="es-ES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D42DCC6A-AE9C-F4FF-64A1-81285B9A6CAE}"/>
              </a:ext>
            </a:extLst>
          </p:cNvPr>
          <p:cNvGrpSpPr/>
          <p:nvPr/>
        </p:nvGrpSpPr>
        <p:grpSpPr>
          <a:xfrm>
            <a:off x="382513" y="18386733"/>
            <a:ext cx="8354902" cy="7820103"/>
            <a:chOff x="361800" y="19076438"/>
            <a:chExt cx="8489648" cy="7573851"/>
          </a:xfrm>
        </p:grpSpPr>
        <p:grpSp>
          <p:nvGrpSpPr>
            <p:cNvPr id="13" name="Grupo 12">
              <a:extLst>
                <a:ext uri="{FF2B5EF4-FFF2-40B4-BE49-F238E27FC236}">
                  <a16:creationId xmlns:a16="http://schemas.microsoft.com/office/drawing/2014/main" id="{8A9DAA4D-B8BA-8750-8022-FFC07B1D7836}"/>
                </a:ext>
              </a:extLst>
            </p:cNvPr>
            <p:cNvGrpSpPr/>
            <p:nvPr/>
          </p:nvGrpSpPr>
          <p:grpSpPr>
            <a:xfrm>
              <a:off x="361800" y="19076438"/>
              <a:ext cx="8489648" cy="7573851"/>
              <a:chOff x="556381" y="21590157"/>
              <a:chExt cx="8885554" cy="7859042"/>
            </a:xfrm>
          </p:grpSpPr>
          <p:pic>
            <p:nvPicPr>
              <p:cNvPr id="158" name="Imagen 157">
                <a:extLst>
                  <a:ext uri="{FF2B5EF4-FFF2-40B4-BE49-F238E27FC236}">
                    <a16:creationId xmlns:a16="http://schemas.microsoft.com/office/drawing/2014/main" id="{EEFC7DD1-35EF-0BFA-6E1F-9E169C3B53E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t="10867" r="8878"/>
              <a:stretch>
                <a:fillRect/>
              </a:stretch>
            </p:blipFill>
            <p:spPr>
              <a:xfrm>
                <a:off x="556381" y="21590157"/>
                <a:ext cx="8885554" cy="7859042"/>
              </a:xfrm>
              <a:prstGeom prst="roundRect">
                <a:avLst>
                  <a:gd name="adj" fmla="val 3341"/>
                </a:avLst>
              </a:prstGeom>
              <a:ln w="76200">
                <a:noFill/>
              </a:ln>
            </p:spPr>
          </p:pic>
          <p:grpSp>
            <p:nvGrpSpPr>
              <p:cNvPr id="197" name="Grupo 196">
                <a:extLst>
                  <a:ext uri="{FF2B5EF4-FFF2-40B4-BE49-F238E27FC236}">
                    <a16:creationId xmlns:a16="http://schemas.microsoft.com/office/drawing/2014/main" id="{E24A50C6-8AED-2DD5-F590-3A8F837188CB}"/>
                  </a:ext>
                </a:extLst>
              </p:cNvPr>
              <p:cNvGrpSpPr/>
              <p:nvPr/>
            </p:nvGrpSpPr>
            <p:grpSpPr>
              <a:xfrm>
                <a:off x="6862285" y="23714144"/>
                <a:ext cx="2328976" cy="1935459"/>
                <a:chOff x="6982518" y="33264304"/>
                <a:chExt cx="2328976" cy="1935459"/>
              </a:xfrm>
            </p:grpSpPr>
            <p:sp>
              <p:nvSpPr>
                <p:cNvPr id="198" name="CuadroTexto 197">
                  <a:extLst>
                    <a:ext uri="{FF2B5EF4-FFF2-40B4-BE49-F238E27FC236}">
                      <a16:creationId xmlns:a16="http://schemas.microsoft.com/office/drawing/2014/main" id="{8DC76366-51A2-37AE-830B-674AD8383ABD}"/>
                    </a:ext>
                  </a:extLst>
                </p:cNvPr>
                <p:cNvSpPr txBox="1"/>
                <p:nvPr/>
              </p:nvSpPr>
              <p:spPr>
                <a:xfrm>
                  <a:off x="7408786" y="34245656"/>
                  <a:ext cx="1902708" cy="9541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Maxima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9" name="Elipse 198">
                  <a:extLst>
                    <a:ext uri="{FF2B5EF4-FFF2-40B4-BE49-F238E27FC236}">
                      <a16:creationId xmlns:a16="http://schemas.microsoft.com/office/drawing/2014/main" id="{5B8FCFC1-2732-5652-D36F-1763B5F98638}"/>
                    </a:ext>
                  </a:extLst>
                </p:cNvPr>
                <p:cNvSpPr/>
                <p:nvPr/>
              </p:nvSpPr>
              <p:spPr>
                <a:xfrm>
                  <a:off x="6982518" y="33642947"/>
                  <a:ext cx="364806" cy="348711"/>
                </a:xfrm>
                <a:prstGeom prst="ellipse">
                  <a:avLst/>
                </a:prstGeom>
                <a:solidFill>
                  <a:srgbClr val="0000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200" name="Elipse 199">
                  <a:extLst>
                    <a:ext uri="{FF2B5EF4-FFF2-40B4-BE49-F238E27FC236}">
                      <a16:creationId xmlns:a16="http://schemas.microsoft.com/office/drawing/2014/main" id="{263255F6-1254-46A4-B65A-2FC1E08FE113}"/>
                    </a:ext>
                  </a:extLst>
                </p:cNvPr>
                <p:cNvSpPr/>
                <p:nvPr/>
              </p:nvSpPr>
              <p:spPr>
                <a:xfrm>
                  <a:off x="6982518" y="34548353"/>
                  <a:ext cx="364806" cy="348711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201" name="CuadroTexto 200">
                  <a:extLst>
                    <a:ext uri="{FF2B5EF4-FFF2-40B4-BE49-F238E27FC236}">
                      <a16:creationId xmlns:a16="http://schemas.microsoft.com/office/drawing/2014/main" id="{EBF889E3-D72B-C206-8776-C7E0C802E44C}"/>
                    </a:ext>
                  </a:extLst>
                </p:cNvPr>
                <p:cNvSpPr txBox="1"/>
                <p:nvPr/>
              </p:nvSpPr>
              <p:spPr>
                <a:xfrm>
                  <a:off x="7375982" y="33264304"/>
                  <a:ext cx="1902708" cy="9541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datapoint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40BB90B3-DA21-A440-24CD-D16109C9E1BA}"/>
                </a:ext>
              </a:extLst>
            </p:cNvPr>
            <p:cNvSpPr txBox="1"/>
            <p:nvPr/>
          </p:nvSpPr>
          <p:spPr>
            <a:xfrm>
              <a:off x="2421571" y="19106868"/>
              <a:ext cx="5218534" cy="5663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Intensity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Correlation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plot</a:t>
              </a:r>
              <a:endPara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Rectángulo redondeado 29">
            <a:extLst>
              <a:ext uri="{FF2B5EF4-FFF2-40B4-BE49-F238E27FC236}">
                <a16:creationId xmlns:a16="http://schemas.microsoft.com/office/drawing/2014/main" id="{9648DD73-1336-FF46-AAA8-EBA35768663A}"/>
              </a:ext>
            </a:extLst>
          </p:cNvPr>
          <p:cNvSpPr/>
          <p:nvPr/>
        </p:nvSpPr>
        <p:spPr>
          <a:xfrm>
            <a:off x="264064" y="6385935"/>
            <a:ext cx="29577957" cy="2530800"/>
          </a:xfrm>
          <a:prstGeom prst="roundRect">
            <a:avLst>
              <a:gd name="adj" fmla="val 5399"/>
            </a:avLst>
          </a:prstGeom>
          <a:solidFill>
            <a:srgbClr val="FFECB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A8E5F876-B67A-5DBA-29BA-39358B88CFAC}"/>
              </a:ext>
            </a:extLst>
          </p:cNvPr>
          <p:cNvSpPr txBox="1"/>
          <p:nvPr/>
        </p:nvSpPr>
        <p:spPr>
          <a:xfrm>
            <a:off x="417812" y="6308320"/>
            <a:ext cx="37417655" cy="104644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6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E8068A6-BAA8-37F7-5A65-F2C212944E09}"/>
              </a:ext>
            </a:extLst>
          </p:cNvPr>
          <p:cNvSpPr txBox="1"/>
          <p:nvPr/>
        </p:nvSpPr>
        <p:spPr>
          <a:xfrm>
            <a:off x="430889" y="6582836"/>
            <a:ext cx="29168612" cy="511460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  					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possibility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averaging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millions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thanks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broadband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chirped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pulse Fourier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microwave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spectroscopy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rotational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challenging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involving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thousands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transition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New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arised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facilitate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molecular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frequency-based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[N. A. Seifert et al., J. Mol.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Spectrosc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321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13-21 (2015)].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intensity-based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chemical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mixtures (SO</a:t>
            </a:r>
            <a:r>
              <a:rPr lang="es-ES" sz="33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</a:t>
            </a:r>
            <a:r>
              <a:rPr lang="es-ES" sz="33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O/D</a:t>
            </a:r>
            <a:r>
              <a:rPr lang="es-ES" sz="33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O),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response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chemical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composition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explore new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approaches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Machine Learning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disentangle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rotational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spectra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18516" dirty="0"/>
          </a:p>
        </p:txBody>
      </p:sp>
      <p:sp>
        <p:nvSpPr>
          <p:cNvPr id="36" name="Rectángulo redondeado 35">
            <a:extLst>
              <a:ext uri="{FF2B5EF4-FFF2-40B4-BE49-F238E27FC236}">
                <a16:creationId xmlns:a16="http://schemas.microsoft.com/office/drawing/2014/main" id="{68B3E800-1433-A57C-EEEE-E4E222B5A4FB}"/>
              </a:ext>
            </a:extLst>
          </p:cNvPr>
          <p:cNvSpPr/>
          <p:nvPr/>
        </p:nvSpPr>
        <p:spPr>
          <a:xfrm>
            <a:off x="308899" y="9148062"/>
            <a:ext cx="29653554" cy="6264368"/>
          </a:xfrm>
          <a:prstGeom prst="roundRect">
            <a:avLst>
              <a:gd name="adj" fmla="val 5399"/>
            </a:avLst>
          </a:prstGeom>
          <a:solidFill>
            <a:srgbClr val="FFECBF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49C54D05-C1AB-B3AD-FE66-D7CD266FC705}"/>
              </a:ext>
            </a:extLst>
          </p:cNvPr>
          <p:cNvSpPr txBox="1"/>
          <p:nvPr/>
        </p:nvSpPr>
        <p:spPr>
          <a:xfrm>
            <a:off x="433044" y="9195900"/>
            <a:ext cx="14727955" cy="1107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</a:t>
            </a:r>
            <a:endParaRPr lang="es-E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4E09275-25B6-F3BD-B645-4E26ED04B4E4}"/>
              </a:ext>
            </a:extLst>
          </p:cNvPr>
          <p:cNvSpPr txBox="1"/>
          <p:nvPr/>
        </p:nvSpPr>
        <p:spPr>
          <a:xfrm>
            <a:off x="5621156" y="9265478"/>
            <a:ext cx="18014270" cy="110799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We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measured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rotational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spectra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three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different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mixtures of gases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using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broadband</a:t>
            </a:r>
            <a:r>
              <a:rPr lang="es-ES" sz="33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CP-FTMW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spectrometer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placed at Universidad de Valladolid: pure SO</a:t>
            </a:r>
            <a:r>
              <a:rPr lang="es-ES" sz="33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its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mixture </a:t>
            </a:r>
            <a:r>
              <a:rPr lang="es-ES" sz="33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with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</a:t>
            </a:r>
            <a:r>
              <a:rPr lang="es-ES" sz="33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 and D</a:t>
            </a:r>
            <a:r>
              <a:rPr lang="es-ES" sz="3300" baseline="-25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</a:t>
            </a:r>
            <a:r>
              <a:rPr lang="es-ES" sz="33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O.</a:t>
            </a:r>
          </a:p>
        </p:txBody>
      </p:sp>
      <p:grpSp>
        <p:nvGrpSpPr>
          <p:cNvPr id="80" name="Grupo 79">
            <a:extLst>
              <a:ext uri="{FF2B5EF4-FFF2-40B4-BE49-F238E27FC236}">
                <a16:creationId xmlns:a16="http://schemas.microsoft.com/office/drawing/2014/main" id="{A0E66BEC-EFD7-FA82-B5A6-2E158C4E762E}"/>
              </a:ext>
            </a:extLst>
          </p:cNvPr>
          <p:cNvGrpSpPr/>
          <p:nvPr/>
        </p:nvGrpSpPr>
        <p:grpSpPr>
          <a:xfrm>
            <a:off x="628992" y="10446710"/>
            <a:ext cx="13123005" cy="4826433"/>
            <a:chOff x="881172" y="13221381"/>
            <a:chExt cx="13847196" cy="5162299"/>
          </a:xfrm>
        </p:grpSpPr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7DF96FFC-5BE6-A4CE-32C1-518321B4DD3B}"/>
                </a:ext>
              </a:extLst>
            </p:cNvPr>
            <p:cNvGrpSpPr/>
            <p:nvPr/>
          </p:nvGrpSpPr>
          <p:grpSpPr>
            <a:xfrm>
              <a:off x="881172" y="13221381"/>
              <a:ext cx="13847196" cy="5162299"/>
              <a:chOff x="881172" y="14399230"/>
              <a:chExt cx="13847196" cy="5162299"/>
            </a:xfrm>
          </p:grpSpPr>
          <p:grpSp>
            <p:nvGrpSpPr>
              <p:cNvPr id="77" name="Grupo 76">
                <a:extLst>
                  <a:ext uri="{FF2B5EF4-FFF2-40B4-BE49-F238E27FC236}">
                    <a16:creationId xmlns:a16="http://schemas.microsoft.com/office/drawing/2014/main" id="{68A1EBDD-939A-54EE-D61B-670ECA2F771B}"/>
                  </a:ext>
                </a:extLst>
              </p:cNvPr>
              <p:cNvGrpSpPr/>
              <p:nvPr/>
            </p:nvGrpSpPr>
            <p:grpSpPr>
              <a:xfrm>
                <a:off x="881172" y="14399230"/>
                <a:ext cx="13847196" cy="5162299"/>
                <a:chOff x="404070" y="12423372"/>
                <a:chExt cx="13847196" cy="5162299"/>
              </a:xfrm>
            </p:grpSpPr>
            <p:pic>
              <p:nvPicPr>
                <p:cNvPr id="75" name="Imagen 74">
                  <a:extLst>
                    <a:ext uri="{FF2B5EF4-FFF2-40B4-BE49-F238E27FC236}">
                      <a16:creationId xmlns:a16="http://schemas.microsoft.com/office/drawing/2014/main" id="{CF3EC35E-2FA3-3612-D5E2-4AE6A21BEB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b="317"/>
                <a:stretch>
                  <a:fillRect/>
                </a:stretch>
              </p:blipFill>
              <p:spPr>
                <a:xfrm>
                  <a:off x="404070" y="12423372"/>
                  <a:ext cx="13847196" cy="5063244"/>
                </a:xfrm>
                <a:prstGeom prst="roundRect">
                  <a:avLst>
                    <a:gd name="adj" fmla="val 6182"/>
                  </a:avLst>
                </a:prstGeom>
                <a:ln w="76200">
                  <a:noFill/>
                </a:ln>
              </p:spPr>
            </p:pic>
            <p:pic>
              <p:nvPicPr>
                <p:cNvPr id="64" name="Imagen 63">
                  <a:extLst>
                    <a:ext uri="{FF2B5EF4-FFF2-40B4-BE49-F238E27FC236}">
                      <a16:creationId xmlns:a16="http://schemas.microsoft.com/office/drawing/2014/main" id="{4672A394-3C73-F029-9027-CDDA270409F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 l="45214" t="92434" r="40573" b="-577"/>
                <a:stretch>
                  <a:fillRect/>
                </a:stretch>
              </p:blipFill>
              <p:spPr>
                <a:xfrm>
                  <a:off x="5792491" y="16826072"/>
                  <a:ext cx="3614703" cy="759599"/>
                </a:xfrm>
                <a:prstGeom prst="roundRect">
                  <a:avLst>
                    <a:gd name="adj" fmla="val 3341"/>
                  </a:avLst>
                </a:prstGeom>
                <a:ln w="76200">
                  <a:noFill/>
                </a:ln>
              </p:spPr>
            </p:pic>
            <p:pic>
              <p:nvPicPr>
                <p:cNvPr id="76" name="Imagen 75">
                  <a:extLst>
                    <a:ext uri="{FF2B5EF4-FFF2-40B4-BE49-F238E27FC236}">
                      <a16:creationId xmlns:a16="http://schemas.microsoft.com/office/drawing/2014/main" id="{661B005B-2F75-34FB-6E25-0F56202CF0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1320" t="28784" r="96314" b="36670"/>
                <a:stretch>
                  <a:fillRect/>
                </a:stretch>
              </p:blipFill>
              <p:spPr>
                <a:xfrm>
                  <a:off x="457648" y="13522500"/>
                  <a:ext cx="560595" cy="3002494"/>
                </a:xfrm>
                <a:prstGeom prst="roundRect">
                  <a:avLst>
                    <a:gd name="adj" fmla="val 3341"/>
                  </a:avLst>
                </a:prstGeom>
                <a:ln w="76200">
                  <a:noFill/>
                </a:ln>
              </p:spPr>
            </p:pic>
          </p:grpSp>
          <p:pic>
            <p:nvPicPr>
              <p:cNvPr id="65" name="Imagen 64">
                <a:extLst>
                  <a:ext uri="{FF2B5EF4-FFF2-40B4-BE49-F238E27FC236}">
                    <a16:creationId xmlns:a16="http://schemas.microsoft.com/office/drawing/2014/main" id="{A35BFB39-16EE-0304-AA0D-ADD57FECB1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523" t="87554" r="90769" b="8061"/>
              <a:stretch>
                <a:fillRect/>
              </a:stretch>
            </p:blipFill>
            <p:spPr>
              <a:xfrm>
                <a:off x="1186059" y="18801931"/>
                <a:ext cx="1379277" cy="598478"/>
              </a:xfrm>
              <a:prstGeom prst="roundRect">
                <a:avLst>
                  <a:gd name="adj" fmla="val 3341"/>
                </a:avLst>
              </a:prstGeom>
              <a:ln w="76200">
                <a:noFill/>
              </a:ln>
            </p:spPr>
          </p:pic>
          <p:pic>
            <p:nvPicPr>
              <p:cNvPr id="66" name="Imagen 65">
                <a:extLst>
                  <a:ext uri="{FF2B5EF4-FFF2-40B4-BE49-F238E27FC236}">
                    <a16:creationId xmlns:a16="http://schemas.microsoft.com/office/drawing/2014/main" id="{07BB2254-94DE-ECF9-9B1D-236B82D28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95880" t="87462" r="988" b="8255"/>
              <a:stretch>
                <a:fillRect/>
              </a:stretch>
            </p:blipFill>
            <p:spPr>
              <a:xfrm>
                <a:off x="13607188" y="18801930"/>
                <a:ext cx="1019334" cy="511476"/>
              </a:xfrm>
              <a:prstGeom prst="roundRect">
                <a:avLst>
                  <a:gd name="adj" fmla="val 3341"/>
                </a:avLst>
              </a:prstGeom>
              <a:ln w="76200">
                <a:noFill/>
              </a:ln>
            </p:spPr>
          </p:pic>
        </p:grpSp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5B7AE226-D868-6BEB-AC1A-1176A4CEF74B}"/>
                </a:ext>
              </a:extLst>
            </p:cNvPr>
            <p:cNvGrpSpPr/>
            <p:nvPr/>
          </p:nvGrpSpPr>
          <p:grpSpPr>
            <a:xfrm>
              <a:off x="1439933" y="13433750"/>
              <a:ext cx="474835" cy="318919"/>
              <a:chOff x="1585626" y="13552941"/>
              <a:chExt cx="474835" cy="318919"/>
            </a:xfrm>
          </p:grpSpPr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785A7F5D-C743-58B8-431D-85FE505B2CDD}"/>
                  </a:ext>
                </a:extLst>
              </p:cNvPr>
              <p:cNvCxnSpPr/>
              <p:nvPr/>
            </p:nvCxnSpPr>
            <p:spPr>
              <a:xfrm flipV="1">
                <a:off x="1585626" y="13552941"/>
                <a:ext cx="458487" cy="204952"/>
              </a:xfrm>
              <a:prstGeom prst="line">
                <a:avLst/>
              </a:prstGeom>
              <a:ln w="28575">
                <a:noFill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BA63AD3A-4ED0-8B8A-4041-B464E728BB8F}"/>
                  </a:ext>
                </a:extLst>
              </p:cNvPr>
              <p:cNvCxnSpPr/>
              <p:nvPr/>
            </p:nvCxnSpPr>
            <p:spPr>
              <a:xfrm flipV="1">
                <a:off x="1601974" y="13666908"/>
                <a:ext cx="458487" cy="204952"/>
              </a:xfrm>
              <a:prstGeom prst="line">
                <a:avLst/>
              </a:prstGeom>
              <a:ln w="28575">
                <a:noFill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6" name="Grupo 165">
            <a:extLst>
              <a:ext uri="{FF2B5EF4-FFF2-40B4-BE49-F238E27FC236}">
                <a16:creationId xmlns:a16="http://schemas.microsoft.com/office/drawing/2014/main" id="{63130CDB-0488-3CF1-73CD-07699088ADB3}"/>
              </a:ext>
            </a:extLst>
          </p:cNvPr>
          <p:cNvGrpSpPr/>
          <p:nvPr/>
        </p:nvGrpSpPr>
        <p:grpSpPr>
          <a:xfrm>
            <a:off x="14207026" y="10494755"/>
            <a:ext cx="8665520" cy="4785675"/>
            <a:chOff x="15548676" y="12171127"/>
            <a:chExt cx="9433204" cy="5604253"/>
          </a:xfrm>
        </p:grpSpPr>
        <p:pic>
          <p:nvPicPr>
            <p:cNvPr id="73" name="Imagen 72">
              <a:extLst>
                <a:ext uri="{FF2B5EF4-FFF2-40B4-BE49-F238E27FC236}">
                  <a16:creationId xmlns:a16="http://schemas.microsoft.com/office/drawing/2014/main" id="{C0103682-F148-B74D-CB0E-3709FC4E91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6407" t="5964" r="-1"/>
            <a:stretch>
              <a:fillRect/>
            </a:stretch>
          </p:blipFill>
          <p:spPr>
            <a:xfrm>
              <a:off x="15548676" y="12171127"/>
              <a:ext cx="9433204" cy="5496158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pic>
          <p:nvPicPr>
            <p:cNvPr id="70" name="Imagen 69">
              <a:extLst>
                <a:ext uri="{FF2B5EF4-FFF2-40B4-BE49-F238E27FC236}">
                  <a16:creationId xmlns:a16="http://schemas.microsoft.com/office/drawing/2014/main" id="{A7F2901C-CAA9-E53F-57F3-CE5ACAA10A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44206" t="92301" r="39234" b="-577"/>
            <a:stretch>
              <a:fillRect/>
            </a:stretch>
          </p:blipFill>
          <p:spPr>
            <a:xfrm>
              <a:off x="18104984" y="16903720"/>
              <a:ext cx="4754831" cy="871660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pic>
          <p:nvPicPr>
            <p:cNvPr id="87" name="Imagen 86">
              <a:extLst>
                <a:ext uri="{FF2B5EF4-FFF2-40B4-BE49-F238E27FC236}">
                  <a16:creationId xmlns:a16="http://schemas.microsoft.com/office/drawing/2014/main" id="{3515F537-F515-62C2-2D4B-C9ECDE7EA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7658" t="86989" r="87080" b="8428"/>
            <a:stretch>
              <a:fillRect/>
            </a:stretch>
          </p:blipFill>
          <p:spPr>
            <a:xfrm>
              <a:off x="15694630" y="16872553"/>
              <a:ext cx="1215557" cy="647406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pic>
          <p:nvPicPr>
            <p:cNvPr id="88" name="Imagen 87">
              <a:extLst>
                <a:ext uri="{FF2B5EF4-FFF2-40B4-BE49-F238E27FC236}">
                  <a16:creationId xmlns:a16="http://schemas.microsoft.com/office/drawing/2014/main" id="{D13329B9-E544-34E9-A528-C6BDFFCBBE7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92975" t="87344" r="1385" b="8642"/>
            <a:stretch>
              <a:fillRect/>
            </a:stretch>
          </p:blipFill>
          <p:spPr>
            <a:xfrm>
              <a:off x="23519324" y="16887300"/>
              <a:ext cx="1404577" cy="611473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025EAD3C-662C-4FB1-B7B4-825BC20774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7487" t="87313" r="6873" b="8673"/>
            <a:stretch>
              <a:fillRect/>
            </a:stretch>
          </p:blipFill>
          <p:spPr>
            <a:xfrm>
              <a:off x="22932234" y="16887300"/>
              <a:ext cx="733614" cy="319374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pic>
          <p:nvPicPr>
            <p:cNvPr id="90" name="Imagen 89">
              <a:extLst>
                <a:ext uri="{FF2B5EF4-FFF2-40B4-BE49-F238E27FC236}">
                  <a16:creationId xmlns:a16="http://schemas.microsoft.com/office/drawing/2014/main" id="{DE50C86E-DEF1-AF82-A926-B555D82FA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7487" t="87313" r="6873" b="8673"/>
            <a:stretch>
              <a:fillRect/>
            </a:stretch>
          </p:blipFill>
          <p:spPr>
            <a:xfrm>
              <a:off x="16900561" y="16917366"/>
              <a:ext cx="733614" cy="319374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</p:grpSp>
      <p:sp>
        <p:nvSpPr>
          <p:cNvPr id="96" name="CuadroTexto 95">
            <a:extLst>
              <a:ext uri="{FF2B5EF4-FFF2-40B4-BE49-F238E27FC236}">
                <a16:creationId xmlns:a16="http://schemas.microsoft.com/office/drawing/2014/main" id="{EA24867C-6903-2F62-A1D7-12F292CE206F}"/>
              </a:ext>
            </a:extLst>
          </p:cNvPr>
          <p:cNvSpPr txBox="1"/>
          <p:nvPr/>
        </p:nvSpPr>
        <p:spPr>
          <a:xfrm>
            <a:off x="18288707" y="18054309"/>
            <a:ext cx="11183229" cy="769441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Modified</a:t>
            </a:r>
            <a:r>
              <a:rPr lang="es-E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s-E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forcing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intercept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origin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Scores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inliers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inliers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within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endParaRPr lang="es-E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Minimum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datapoints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regression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20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Maximum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10 000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Angular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threshold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0.02 rads</a:t>
            </a:r>
          </a:p>
        </p:txBody>
      </p:sp>
      <p:sp>
        <p:nvSpPr>
          <p:cNvPr id="182" name="Rectángulo redondeado 181">
            <a:extLst>
              <a:ext uri="{FF2B5EF4-FFF2-40B4-BE49-F238E27FC236}">
                <a16:creationId xmlns:a16="http://schemas.microsoft.com/office/drawing/2014/main" id="{5E7EB8D9-5673-E87D-01EA-11BE897827FA}"/>
              </a:ext>
            </a:extLst>
          </p:cNvPr>
          <p:cNvSpPr/>
          <p:nvPr/>
        </p:nvSpPr>
        <p:spPr>
          <a:xfrm>
            <a:off x="139921" y="41433659"/>
            <a:ext cx="21389093" cy="1011251"/>
          </a:xfrm>
          <a:prstGeom prst="roundRect">
            <a:avLst>
              <a:gd name="adj" fmla="val 11128"/>
            </a:avLst>
          </a:prstGeom>
          <a:solidFill>
            <a:srgbClr val="DCC9A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18516" dirty="0"/>
          </a:p>
        </p:txBody>
      </p:sp>
      <p:sp>
        <p:nvSpPr>
          <p:cNvPr id="183" name="CuadroTexto 182">
            <a:extLst>
              <a:ext uri="{FF2B5EF4-FFF2-40B4-BE49-F238E27FC236}">
                <a16:creationId xmlns:a16="http://schemas.microsoft.com/office/drawing/2014/main" id="{E7987BD6-0057-7D92-A800-26D0DEA4D275}"/>
              </a:ext>
            </a:extLst>
          </p:cNvPr>
          <p:cNvSpPr txBox="1"/>
          <p:nvPr/>
        </p:nvSpPr>
        <p:spPr>
          <a:xfrm>
            <a:off x="5106541" y="41656636"/>
            <a:ext cx="16359813" cy="80021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funded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MICIU (Project PID2022-136525NA-I00) and </a:t>
            </a:r>
            <a:r>
              <a:rPr lang="es-E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lang="es-E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Universidad de Valladolid.</a:t>
            </a:r>
          </a:p>
          <a:p>
            <a:endParaRPr lang="es-ES" dirty="0"/>
          </a:p>
        </p:txBody>
      </p:sp>
      <p:sp>
        <p:nvSpPr>
          <p:cNvPr id="181" name="CuadroTexto 180">
            <a:extLst>
              <a:ext uri="{FF2B5EF4-FFF2-40B4-BE49-F238E27FC236}">
                <a16:creationId xmlns:a16="http://schemas.microsoft.com/office/drawing/2014/main" id="{A4540D7B-FB30-AA5F-F5F6-D5E8FCDAEAEC}"/>
              </a:ext>
            </a:extLst>
          </p:cNvPr>
          <p:cNvSpPr txBox="1"/>
          <p:nvPr/>
        </p:nvSpPr>
        <p:spPr>
          <a:xfrm>
            <a:off x="326072" y="41495729"/>
            <a:ext cx="5409979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ES" sz="4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  <a:endParaRPr lang="es-E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9" name="Imagen 188">
            <a:extLst>
              <a:ext uri="{FF2B5EF4-FFF2-40B4-BE49-F238E27FC236}">
                <a16:creationId xmlns:a16="http://schemas.microsoft.com/office/drawing/2014/main" id="{9FBFCE69-DE97-7C7D-700E-7902D59865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62365" y="41369948"/>
            <a:ext cx="6261974" cy="1213257"/>
          </a:xfrm>
          <a:prstGeom prst="rect">
            <a:avLst/>
          </a:prstGeom>
          <a:solidFill>
            <a:srgbClr val="FFECBF"/>
          </a:solidFill>
          <a:ln w="76200">
            <a:noFill/>
          </a:ln>
          <a:effectLst>
            <a:softEdge rad="0"/>
          </a:effectLst>
        </p:spPr>
      </p:pic>
      <p:grpSp>
        <p:nvGrpSpPr>
          <p:cNvPr id="12" name="Grupo 11">
            <a:extLst>
              <a:ext uri="{FF2B5EF4-FFF2-40B4-BE49-F238E27FC236}">
                <a16:creationId xmlns:a16="http://schemas.microsoft.com/office/drawing/2014/main" id="{15096E6A-413A-95C7-152B-F7C619B2128C}"/>
              </a:ext>
            </a:extLst>
          </p:cNvPr>
          <p:cNvGrpSpPr/>
          <p:nvPr/>
        </p:nvGrpSpPr>
        <p:grpSpPr>
          <a:xfrm>
            <a:off x="22605932" y="9449480"/>
            <a:ext cx="7009530" cy="5738742"/>
            <a:chOff x="23867112" y="10303373"/>
            <a:chExt cx="6331300" cy="5362800"/>
          </a:xfrm>
        </p:grpSpPr>
        <p:pic>
          <p:nvPicPr>
            <p:cNvPr id="124" name="Imagen 123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85F87EDF-87DF-973E-2AEC-33685F1A31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9124" t="9401" r="24226" b="15848"/>
            <a:stretch>
              <a:fillRect/>
            </a:stretch>
          </p:blipFill>
          <p:spPr>
            <a:xfrm>
              <a:off x="24971213" y="13982629"/>
              <a:ext cx="2340716" cy="1683544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126" name="Imagen 125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40D2C74E-3114-1712-07FF-C8EC882A7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8067" t="25165" r="48192" b="9931"/>
            <a:stretch>
              <a:fillRect/>
            </a:stretch>
          </p:blipFill>
          <p:spPr>
            <a:xfrm rot="16200000">
              <a:off x="26700025" y="10877539"/>
              <a:ext cx="1689911" cy="2416596"/>
            </a:xfrm>
            <a:prstGeom prst="rect">
              <a:avLst/>
            </a:prstGeom>
            <a:ln w="76200">
              <a:noFill/>
            </a:ln>
          </p:spPr>
        </p:pic>
        <p:pic>
          <p:nvPicPr>
            <p:cNvPr id="128" name="Imagen 127" descr="Mesa de billar con bolas de colores&#10;&#10;El contenido generado por IA puede ser incorrecto.">
              <a:extLst>
                <a:ext uri="{FF2B5EF4-FFF2-40B4-BE49-F238E27FC236}">
                  <a16:creationId xmlns:a16="http://schemas.microsoft.com/office/drawing/2014/main" id="{708C9077-4266-4C9F-0241-18EF4ADA2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l="42291" t="27500" r="38239" b="27043"/>
            <a:stretch>
              <a:fillRect/>
            </a:stretch>
          </p:blipFill>
          <p:spPr>
            <a:xfrm rot="5400000">
              <a:off x="28109727" y="13749700"/>
              <a:ext cx="1689913" cy="2087968"/>
            </a:xfrm>
            <a:prstGeom prst="rect">
              <a:avLst/>
            </a:prstGeom>
            <a:ln w="76200">
              <a:noFill/>
            </a:ln>
          </p:spPr>
        </p:pic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D6A727AD-7BD8-542E-897F-931774D63FC6}"/>
                </a:ext>
              </a:extLst>
            </p:cNvPr>
            <p:cNvSpPr txBox="1"/>
            <p:nvPr/>
          </p:nvSpPr>
          <p:spPr>
            <a:xfrm>
              <a:off x="25078518" y="10303373"/>
              <a:ext cx="4706617" cy="661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[H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BED6E13-05E6-F95D-D477-3FCA3602F438}"/>
                </a:ext>
              </a:extLst>
            </p:cNvPr>
            <p:cNvSpPr txBox="1"/>
            <p:nvPr/>
          </p:nvSpPr>
          <p:spPr>
            <a:xfrm>
              <a:off x="23867112" y="13012849"/>
              <a:ext cx="4307183" cy="6615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[H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O]</a:t>
              </a:r>
              <a:endParaRPr lang="es-ES" sz="4000" b="1" baseline="-25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2BF76871-1F12-27BE-0D0D-349F9A74732D}"/>
                </a:ext>
              </a:extLst>
            </p:cNvPr>
            <p:cNvSpPr txBox="1"/>
            <p:nvPr/>
          </p:nvSpPr>
          <p:spPr>
            <a:xfrm>
              <a:off x="28110444" y="13059662"/>
              <a:ext cx="2087968" cy="7870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[SO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r>
                <a:rPr lang="es-ES" sz="4000" b="1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]</a:t>
              </a:r>
              <a:r>
                <a:rPr lang="es-ES" sz="4000" b="1" baseline="-25000" dirty="0">
                  <a:latin typeface="Tahoma" panose="020B0604030504040204" pitchFamily="34" charset="0"/>
                  <a:ea typeface="Tahoma" panose="020B0604030504040204" pitchFamily="34" charset="0"/>
                  <a:cs typeface="Tahoma" panose="020B0604030504040204" pitchFamily="34" charset="0"/>
                </a:rPr>
                <a:t>2</a:t>
              </a:r>
              <a:endParaRPr lang="es-ES" sz="4000" dirty="0"/>
            </a:p>
          </p:txBody>
        </p:sp>
      </p:grp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2EC9AA3-34D6-BDF3-DE9D-27D84D73E0D4}"/>
              </a:ext>
            </a:extLst>
          </p:cNvPr>
          <p:cNvSpPr/>
          <p:nvPr/>
        </p:nvSpPr>
        <p:spPr>
          <a:xfrm>
            <a:off x="1552334" y="24101266"/>
            <a:ext cx="919468" cy="914319"/>
          </a:xfrm>
          <a:prstGeom prst="rect">
            <a:avLst/>
          </a:prstGeom>
          <a:noFill/>
          <a:ln w="1143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828497B2-2FC8-364D-50BE-2F51600F6010}"/>
              </a:ext>
            </a:extLst>
          </p:cNvPr>
          <p:cNvGrpSpPr/>
          <p:nvPr/>
        </p:nvGrpSpPr>
        <p:grpSpPr>
          <a:xfrm>
            <a:off x="8948692" y="18410407"/>
            <a:ext cx="8260565" cy="7824496"/>
            <a:chOff x="9134496" y="19072045"/>
            <a:chExt cx="7987330" cy="7573851"/>
          </a:xfrm>
        </p:grpSpPr>
        <p:pic>
          <p:nvPicPr>
            <p:cNvPr id="162" name="Imagen 161">
              <a:extLst>
                <a:ext uri="{FF2B5EF4-FFF2-40B4-BE49-F238E27FC236}">
                  <a16:creationId xmlns:a16="http://schemas.microsoft.com/office/drawing/2014/main" id="{FB57701A-392F-A48E-F66B-424C8BD83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6104" t="10760" r="11957"/>
            <a:stretch>
              <a:fillRect/>
            </a:stretch>
          </p:blipFill>
          <p:spPr>
            <a:xfrm>
              <a:off x="9134496" y="19072045"/>
              <a:ext cx="7987330" cy="7573851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9E98C72C-3FBE-E01E-81B5-4FDDDB97405D}"/>
                </a:ext>
              </a:extLst>
            </p:cNvPr>
            <p:cNvSpPr txBox="1"/>
            <p:nvPr/>
          </p:nvSpPr>
          <p:spPr>
            <a:xfrm>
              <a:off x="10940521" y="19101526"/>
              <a:ext cx="4635655" cy="584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Zoomed</a:t>
              </a:r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-in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view</a:t>
              </a:r>
              <a:endPara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1" name="CuadroTexto 50">
            <a:extLst>
              <a:ext uri="{FF2B5EF4-FFF2-40B4-BE49-F238E27FC236}">
                <a16:creationId xmlns:a16="http://schemas.microsoft.com/office/drawing/2014/main" id="{372119EB-4273-6FBB-E226-7D16FF449E41}"/>
              </a:ext>
            </a:extLst>
          </p:cNvPr>
          <p:cNvSpPr txBox="1"/>
          <p:nvPr/>
        </p:nvSpPr>
        <p:spPr>
          <a:xfrm>
            <a:off x="6536347" y="35591656"/>
            <a:ext cx="10681975" cy="57554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Between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endParaRPr lang="es-E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DBSCAN (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Density-Based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Spatial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FlexMix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(Flexible Mixture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Modeling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GMM (Gaussian Mixture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457200" indent="-457200" algn="just">
              <a:buFont typeface="Wingdings" pitchFamily="2" charset="2"/>
              <a:buChar char="§"/>
            </a:pP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RANSAC.</a:t>
            </a:r>
          </a:p>
          <a:p>
            <a:pPr algn="just"/>
            <a:endParaRPr lang="es-E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flexibility</a:t>
            </a:r>
            <a:r>
              <a:rPr lang="es-ES" sz="3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terms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visible, a priori,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tendency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ratios. GMM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complety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since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3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slopes</a:t>
            </a:r>
            <a:r>
              <a:rPr lang="es-ES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Rectángulo 52">
            <a:extLst>
              <a:ext uri="{FF2B5EF4-FFF2-40B4-BE49-F238E27FC236}">
                <a16:creationId xmlns:a16="http://schemas.microsoft.com/office/drawing/2014/main" id="{258B0F88-317F-9251-B434-383BAB38E1B7}"/>
              </a:ext>
            </a:extLst>
          </p:cNvPr>
          <p:cNvSpPr/>
          <p:nvPr/>
        </p:nvSpPr>
        <p:spPr>
          <a:xfrm>
            <a:off x="1484683" y="33996349"/>
            <a:ext cx="839614" cy="785558"/>
          </a:xfrm>
          <a:prstGeom prst="rect">
            <a:avLst/>
          </a:prstGeom>
          <a:noFill/>
          <a:ln w="1143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BE33A46F-6517-4594-4DD9-ED99D1646F5E}"/>
              </a:ext>
            </a:extLst>
          </p:cNvPr>
          <p:cNvGrpSpPr/>
          <p:nvPr/>
        </p:nvGrpSpPr>
        <p:grpSpPr>
          <a:xfrm>
            <a:off x="329293" y="27575166"/>
            <a:ext cx="16889496" cy="7798097"/>
            <a:chOff x="329293" y="27673137"/>
            <a:chExt cx="16889496" cy="7798097"/>
          </a:xfrm>
        </p:grpSpPr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4C4E8EFD-B756-4CB2-C355-4CF019BF7FB7}"/>
                </a:ext>
              </a:extLst>
            </p:cNvPr>
            <p:cNvGrpSpPr/>
            <p:nvPr/>
          </p:nvGrpSpPr>
          <p:grpSpPr>
            <a:xfrm>
              <a:off x="329293" y="27726142"/>
              <a:ext cx="8338863" cy="7745092"/>
              <a:chOff x="449612" y="30735020"/>
              <a:chExt cx="9003611" cy="8284532"/>
            </a:xfrm>
          </p:grpSpPr>
          <p:pic>
            <p:nvPicPr>
              <p:cNvPr id="154" name="Imagen 153">
                <a:extLst>
                  <a:ext uri="{FF2B5EF4-FFF2-40B4-BE49-F238E27FC236}">
                    <a16:creationId xmlns:a16="http://schemas.microsoft.com/office/drawing/2014/main" id="{77267DAE-E8D0-446C-781C-D4504A5544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l="1" t="11858" r="10659" b="7140"/>
              <a:stretch>
                <a:fillRect/>
              </a:stretch>
            </p:blipFill>
            <p:spPr>
              <a:xfrm>
                <a:off x="449612" y="30735020"/>
                <a:ext cx="8984531" cy="8284532"/>
              </a:xfrm>
              <a:prstGeom prst="roundRect">
                <a:avLst>
                  <a:gd name="adj" fmla="val 3341"/>
                </a:avLst>
              </a:prstGeom>
              <a:ln w="76200">
                <a:noFill/>
              </a:ln>
            </p:spPr>
          </p:pic>
          <p:grpSp>
            <p:nvGrpSpPr>
              <p:cNvPr id="196" name="Grupo 195">
                <a:extLst>
                  <a:ext uri="{FF2B5EF4-FFF2-40B4-BE49-F238E27FC236}">
                    <a16:creationId xmlns:a16="http://schemas.microsoft.com/office/drawing/2014/main" id="{C2635CF4-FE5E-16FE-70FC-133988D58500}"/>
                  </a:ext>
                </a:extLst>
              </p:cNvPr>
              <p:cNvGrpSpPr/>
              <p:nvPr/>
            </p:nvGrpSpPr>
            <p:grpSpPr>
              <a:xfrm>
                <a:off x="6982518" y="33264304"/>
                <a:ext cx="2470705" cy="2001912"/>
                <a:chOff x="6982518" y="33264304"/>
                <a:chExt cx="2470705" cy="2001912"/>
              </a:xfrm>
            </p:grpSpPr>
            <p:sp>
              <p:nvSpPr>
                <p:cNvPr id="191" name="CuadroTexto 190">
                  <a:extLst>
                    <a:ext uri="{FF2B5EF4-FFF2-40B4-BE49-F238E27FC236}">
                      <a16:creationId xmlns:a16="http://schemas.microsoft.com/office/drawing/2014/main" id="{487CA8AE-5CA2-7C09-87AF-A3D598246F41}"/>
                    </a:ext>
                  </a:extLst>
                </p:cNvPr>
                <p:cNvSpPr txBox="1"/>
                <p:nvPr/>
              </p:nvSpPr>
              <p:spPr>
                <a:xfrm>
                  <a:off x="7408786" y="34245656"/>
                  <a:ext cx="2044437" cy="10205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Maxima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3" name="Elipse 192">
                  <a:extLst>
                    <a:ext uri="{FF2B5EF4-FFF2-40B4-BE49-F238E27FC236}">
                      <a16:creationId xmlns:a16="http://schemas.microsoft.com/office/drawing/2014/main" id="{D3045D65-658D-2CEE-AFC7-74CF8B51A3B0}"/>
                    </a:ext>
                  </a:extLst>
                </p:cNvPr>
                <p:cNvSpPr/>
                <p:nvPr/>
              </p:nvSpPr>
              <p:spPr>
                <a:xfrm>
                  <a:off x="6982518" y="33642947"/>
                  <a:ext cx="364806" cy="348711"/>
                </a:xfrm>
                <a:prstGeom prst="ellipse">
                  <a:avLst/>
                </a:prstGeom>
                <a:solidFill>
                  <a:srgbClr val="FF00EE">
                    <a:alpha val="50196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 dirty="0"/>
                </a:p>
              </p:txBody>
            </p:sp>
            <p:sp>
              <p:nvSpPr>
                <p:cNvPr id="194" name="Elipse 193">
                  <a:extLst>
                    <a:ext uri="{FF2B5EF4-FFF2-40B4-BE49-F238E27FC236}">
                      <a16:creationId xmlns:a16="http://schemas.microsoft.com/office/drawing/2014/main" id="{B0AAAFB7-CCB7-5583-BDE9-B04A124A41DD}"/>
                    </a:ext>
                  </a:extLst>
                </p:cNvPr>
                <p:cNvSpPr/>
                <p:nvPr/>
              </p:nvSpPr>
              <p:spPr>
                <a:xfrm>
                  <a:off x="6982518" y="34548353"/>
                  <a:ext cx="364806" cy="348711"/>
                </a:xfrm>
                <a:prstGeom prst="ellipse">
                  <a:avLst/>
                </a:prstGeom>
                <a:solidFill>
                  <a:srgbClr val="FF00EE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s-ES"/>
                </a:p>
              </p:txBody>
            </p:sp>
            <p:sp>
              <p:nvSpPr>
                <p:cNvPr id="195" name="CuadroTexto 194">
                  <a:extLst>
                    <a:ext uri="{FF2B5EF4-FFF2-40B4-BE49-F238E27FC236}">
                      <a16:creationId xmlns:a16="http://schemas.microsoft.com/office/drawing/2014/main" id="{CE07CAF8-D0B1-DD7C-416E-DEC6268A1FFE}"/>
                    </a:ext>
                  </a:extLst>
                </p:cNvPr>
                <p:cNvSpPr txBox="1"/>
                <p:nvPr/>
              </p:nvSpPr>
              <p:spPr>
                <a:xfrm>
                  <a:off x="7375982" y="33264304"/>
                  <a:ext cx="1902708" cy="9541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Signal</a:t>
                  </a:r>
                  <a:r>
                    <a:rPr lang="es-ES" sz="2800" b="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s-ES" sz="2800" b="1" dirty="0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datapoint</a:t>
                  </a:r>
                  <a:endParaRPr lang="es-ES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8FC96EDD-163C-A07E-C8EE-30742538CF14}"/>
                </a:ext>
              </a:extLst>
            </p:cNvPr>
            <p:cNvSpPr txBox="1"/>
            <p:nvPr/>
          </p:nvSpPr>
          <p:spPr>
            <a:xfrm>
              <a:off x="2679933" y="27688500"/>
              <a:ext cx="4696301" cy="603788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RANSAC </a:t>
              </a:r>
              <a:r>
                <a:rPr lang="es-ES" sz="32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s-ES" sz="32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9471612B-F6D2-90D2-B4BC-2D7DE88C0C97}"/>
                </a:ext>
              </a:extLst>
            </p:cNvPr>
            <p:cNvGrpSpPr/>
            <p:nvPr/>
          </p:nvGrpSpPr>
          <p:grpSpPr>
            <a:xfrm>
              <a:off x="8883378" y="27673137"/>
              <a:ext cx="8335411" cy="7745092"/>
              <a:chOff x="9110405" y="27669505"/>
              <a:chExt cx="8335411" cy="7745092"/>
            </a:xfrm>
          </p:grpSpPr>
          <p:pic>
            <p:nvPicPr>
              <p:cNvPr id="152" name="Imagen 151">
                <a:extLst>
                  <a:ext uri="{FF2B5EF4-FFF2-40B4-BE49-F238E27FC236}">
                    <a16:creationId xmlns:a16="http://schemas.microsoft.com/office/drawing/2014/main" id="{683DFD78-E8B9-C57E-A5E4-33DD4746FC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6803" t="9726" r="10212" b="6352"/>
              <a:stretch>
                <a:fillRect/>
              </a:stretch>
            </p:blipFill>
            <p:spPr>
              <a:xfrm>
                <a:off x="9110405" y="27669505"/>
                <a:ext cx="8335411" cy="7745092"/>
              </a:xfrm>
              <a:prstGeom prst="roundRect">
                <a:avLst>
                  <a:gd name="adj" fmla="val 3341"/>
                </a:avLst>
              </a:prstGeom>
              <a:ln w="76200">
                <a:noFill/>
              </a:ln>
            </p:spPr>
          </p:pic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5D31E25D-8DDD-E184-D050-625512170D14}"/>
                  </a:ext>
                </a:extLst>
              </p:cNvPr>
              <p:cNvSpPr txBox="1"/>
              <p:nvPr/>
            </p:nvSpPr>
            <p:spPr>
              <a:xfrm>
                <a:off x="10160903" y="27688500"/>
                <a:ext cx="7042066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Zoomed</a:t>
                </a:r>
                <a:r>
                  <a:rPr lang="es-E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 </a:t>
                </a:r>
                <a:r>
                  <a:rPr lang="es-E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view</a:t>
                </a:r>
                <a:r>
                  <a:rPr lang="es-E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RANSAC </a:t>
                </a:r>
                <a:r>
                  <a:rPr lang="es-ES" sz="32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Model</a:t>
                </a:r>
                <a:endParaRPr lang="es-E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71" name="Grupo 70">
            <a:extLst>
              <a:ext uri="{FF2B5EF4-FFF2-40B4-BE49-F238E27FC236}">
                <a16:creationId xmlns:a16="http://schemas.microsoft.com/office/drawing/2014/main" id="{794E412F-42B0-1837-CAD2-604FE8FC250C}"/>
              </a:ext>
            </a:extLst>
          </p:cNvPr>
          <p:cNvGrpSpPr/>
          <p:nvPr/>
        </p:nvGrpSpPr>
        <p:grpSpPr>
          <a:xfrm>
            <a:off x="210276" y="35265964"/>
            <a:ext cx="6351902" cy="6045604"/>
            <a:chOff x="291728" y="35670715"/>
            <a:chExt cx="6274410" cy="6047352"/>
          </a:xfrm>
        </p:grpSpPr>
        <p:pic>
          <p:nvPicPr>
            <p:cNvPr id="60" name="Imagen 59">
              <a:extLst>
                <a:ext uri="{FF2B5EF4-FFF2-40B4-BE49-F238E27FC236}">
                  <a16:creationId xmlns:a16="http://schemas.microsoft.com/office/drawing/2014/main" id="{78FC180D-1FAF-FE63-DDFB-AB9E1C64C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t="10084" r="8393" b="-1250"/>
            <a:stretch>
              <a:fillRect/>
            </a:stretch>
          </p:blipFill>
          <p:spPr>
            <a:xfrm>
              <a:off x="291728" y="35670715"/>
              <a:ext cx="6076569" cy="6047352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CD358854-CA98-5121-EFA3-01C3A3F1CF68}"/>
                </a:ext>
              </a:extLst>
            </p:cNvPr>
            <p:cNvSpPr txBox="1"/>
            <p:nvPr/>
          </p:nvSpPr>
          <p:spPr>
            <a:xfrm>
              <a:off x="2137580" y="35710600"/>
              <a:ext cx="2384863" cy="5539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GMM </a:t>
              </a:r>
              <a:r>
                <a:rPr lang="es-ES" sz="30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s-ES" sz="3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332E3F05-0F0C-AE10-331A-7E3226E07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31075" t="61250" r="67235" b="36985"/>
            <a:stretch>
              <a:fillRect/>
            </a:stretch>
          </p:blipFill>
          <p:spPr>
            <a:xfrm>
              <a:off x="4158472" y="38123458"/>
              <a:ext cx="234013" cy="244341"/>
            </a:xfrm>
            <a:prstGeom prst="roundRect">
              <a:avLst>
                <a:gd name="adj" fmla="val 3341"/>
              </a:avLst>
            </a:prstGeom>
            <a:ln w="76200">
              <a:noFill/>
            </a:ln>
          </p:spPr>
        </p:pic>
        <p:sp>
          <p:nvSpPr>
            <p:cNvPr id="67" name="CuadroTexto 66">
              <a:extLst>
                <a:ext uri="{FF2B5EF4-FFF2-40B4-BE49-F238E27FC236}">
                  <a16:creationId xmlns:a16="http://schemas.microsoft.com/office/drawing/2014/main" id="{4A7C0235-4CAA-4EA3-430A-589864993AE5}"/>
                </a:ext>
              </a:extLst>
            </p:cNvPr>
            <p:cNvSpPr txBox="1"/>
            <p:nvPr/>
          </p:nvSpPr>
          <p:spPr>
            <a:xfrm>
              <a:off x="4364325" y="38045137"/>
              <a:ext cx="2201813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s-ES" b="1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Gaussian centers</a:t>
              </a:r>
            </a:p>
          </p:txBody>
        </p:sp>
      </p:grpSp>
      <p:sp>
        <p:nvSpPr>
          <p:cNvPr id="103" name="Rectángulo redondeado 102">
            <a:extLst>
              <a:ext uri="{FF2B5EF4-FFF2-40B4-BE49-F238E27FC236}">
                <a16:creationId xmlns:a16="http://schemas.microsoft.com/office/drawing/2014/main" id="{6EDC624C-53B6-F6F8-396E-03C2BD84DA3A}"/>
              </a:ext>
            </a:extLst>
          </p:cNvPr>
          <p:cNvSpPr/>
          <p:nvPr/>
        </p:nvSpPr>
        <p:spPr>
          <a:xfrm>
            <a:off x="17725466" y="26401857"/>
            <a:ext cx="12294382" cy="1126639"/>
          </a:xfrm>
          <a:prstGeom prst="roundRect">
            <a:avLst>
              <a:gd name="adj" fmla="val 10769"/>
            </a:avLst>
          </a:prstGeom>
          <a:solidFill>
            <a:srgbClr val="D4C6A0">
              <a:alpha val="61709"/>
            </a:srgbClr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5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Rectángulo redondeado 54">
            <a:extLst>
              <a:ext uri="{FF2B5EF4-FFF2-40B4-BE49-F238E27FC236}">
                <a16:creationId xmlns:a16="http://schemas.microsoft.com/office/drawing/2014/main" id="{16528C70-83C1-3F07-91F8-355E9DA0833D}"/>
              </a:ext>
            </a:extLst>
          </p:cNvPr>
          <p:cNvSpPr/>
          <p:nvPr/>
        </p:nvSpPr>
        <p:spPr>
          <a:xfrm>
            <a:off x="14795885" y="10470063"/>
            <a:ext cx="2784895" cy="1160136"/>
          </a:xfrm>
          <a:prstGeom prst="roundRect">
            <a:avLst>
              <a:gd name="adj" fmla="val 5399"/>
            </a:avLst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es-ES" sz="4800" b="1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s-E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</a:t>
            </a:r>
            <a:r>
              <a:rPr lang="es-ES" sz="4800" b="1" baseline="-25000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4800" b="1" dirty="0">
              <a:solidFill>
                <a:schemeClr val="tx2">
                  <a:lumMod val="50000"/>
                  <a:lumOff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ectángulo redondeado 82">
            <a:extLst>
              <a:ext uri="{FF2B5EF4-FFF2-40B4-BE49-F238E27FC236}">
                <a16:creationId xmlns:a16="http://schemas.microsoft.com/office/drawing/2014/main" id="{4C84B80A-1477-C4C6-5BB9-1D42E62B65D9}"/>
              </a:ext>
            </a:extLst>
          </p:cNvPr>
          <p:cNvSpPr/>
          <p:nvPr/>
        </p:nvSpPr>
        <p:spPr>
          <a:xfrm>
            <a:off x="18008445" y="10543236"/>
            <a:ext cx="1983131" cy="1165650"/>
          </a:xfrm>
          <a:prstGeom prst="roundRect">
            <a:avLst>
              <a:gd name="adj" fmla="val 5399"/>
            </a:avLst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+H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4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ectángulo redondeado 84">
            <a:extLst>
              <a:ext uri="{FF2B5EF4-FFF2-40B4-BE49-F238E27FC236}">
                <a16:creationId xmlns:a16="http://schemas.microsoft.com/office/drawing/2014/main" id="{73E3B4DE-1E90-7B31-90B0-84DD70695954}"/>
              </a:ext>
            </a:extLst>
          </p:cNvPr>
          <p:cNvSpPr/>
          <p:nvPr/>
        </p:nvSpPr>
        <p:spPr>
          <a:xfrm>
            <a:off x="20761953" y="10516628"/>
            <a:ext cx="1803322" cy="1165651"/>
          </a:xfrm>
          <a:prstGeom prst="roundRect">
            <a:avLst>
              <a:gd name="adj" fmla="val 5399"/>
            </a:avLst>
          </a:prstGeom>
          <a:noFill/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800" b="1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</a:t>
            </a:r>
            <a:r>
              <a:rPr lang="es-ES" sz="4800" b="1" baseline="-25000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s-ES" sz="4800" b="1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s-ES" sz="4800" b="1" baseline="-25000" dirty="0">
                <a:ln w="635">
                  <a:noFill/>
                </a:ln>
                <a:solidFill>
                  <a:srgbClr val="EBB10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s-ES" sz="26600" b="1" dirty="0">
              <a:ln w="635">
                <a:noFill/>
              </a:ln>
              <a:solidFill>
                <a:srgbClr val="EBB10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A89108A-6A1E-4A61-609A-60F0951510C1}"/>
              </a:ext>
            </a:extLst>
          </p:cNvPr>
          <p:cNvSpPr txBox="1"/>
          <p:nvPr/>
        </p:nvSpPr>
        <p:spPr>
          <a:xfrm>
            <a:off x="3348351" y="26355618"/>
            <a:ext cx="10780395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s-E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s-ES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endParaRPr lang="es-E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BC0B9F8-9752-26E8-F8A2-E2A7ACA7C3DE}"/>
              </a:ext>
            </a:extLst>
          </p:cNvPr>
          <p:cNvSpPr txBox="1"/>
          <p:nvPr/>
        </p:nvSpPr>
        <p:spPr>
          <a:xfrm>
            <a:off x="18473734" y="26343757"/>
            <a:ext cx="10780395" cy="11079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es-E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60FBD00-2396-EDEC-DC54-EEE4B180F591}"/>
              </a:ext>
            </a:extLst>
          </p:cNvPr>
          <p:cNvSpPr txBox="1"/>
          <p:nvPr/>
        </p:nvSpPr>
        <p:spPr>
          <a:xfrm>
            <a:off x="17895164" y="28143063"/>
            <a:ext cx="11954985" cy="563231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/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nature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sensible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densities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leading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bias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towards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intense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look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cumulus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tries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much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points as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ignoring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intensity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s-E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overfitted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RANSAC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 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posterior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clustering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slope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proximity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buFont typeface="Wingdings" pitchFamily="2" charset="2"/>
              <a:buChar char="§"/>
            </a:pP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maxima</a:t>
            </a:r>
            <a:r>
              <a:rPr lang="es-E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removes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densities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coming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intense </a:t>
            </a:r>
            <a:r>
              <a:rPr lang="es-E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signals</a:t>
            </a:r>
            <a:r>
              <a:rPr lang="es-E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49" name="Grupo 48">
            <a:extLst>
              <a:ext uri="{FF2B5EF4-FFF2-40B4-BE49-F238E27FC236}">
                <a16:creationId xmlns:a16="http://schemas.microsoft.com/office/drawing/2014/main" id="{1B86C03E-026D-2566-EF3D-7FD5289EB4AF}"/>
              </a:ext>
            </a:extLst>
          </p:cNvPr>
          <p:cNvGrpSpPr/>
          <p:nvPr/>
        </p:nvGrpSpPr>
        <p:grpSpPr>
          <a:xfrm>
            <a:off x="17709551" y="34219951"/>
            <a:ext cx="12294382" cy="6992108"/>
            <a:chOff x="17756709" y="34307929"/>
            <a:chExt cx="12294382" cy="6992108"/>
          </a:xfrm>
        </p:grpSpPr>
        <p:sp>
          <p:nvSpPr>
            <p:cNvPr id="39" name="Rectángulo redondeado 38">
              <a:extLst>
                <a:ext uri="{FF2B5EF4-FFF2-40B4-BE49-F238E27FC236}">
                  <a16:creationId xmlns:a16="http://schemas.microsoft.com/office/drawing/2014/main" id="{B5B9E968-D426-916C-8D88-E3F80F2197DB}"/>
                </a:ext>
              </a:extLst>
            </p:cNvPr>
            <p:cNvSpPr/>
            <p:nvPr/>
          </p:nvSpPr>
          <p:spPr>
            <a:xfrm>
              <a:off x="17762114" y="35675851"/>
              <a:ext cx="12247497" cy="5624186"/>
            </a:xfrm>
            <a:prstGeom prst="roundRect">
              <a:avLst>
                <a:gd name="adj" fmla="val 1751"/>
              </a:avLst>
            </a:prstGeom>
            <a:solidFill>
              <a:srgbClr val="D4C6A0">
                <a:alpha val="61709"/>
              </a:srgb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4" name="CuadroTexto 113">
              <a:extLst>
                <a:ext uri="{FF2B5EF4-FFF2-40B4-BE49-F238E27FC236}">
                  <a16:creationId xmlns:a16="http://schemas.microsoft.com/office/drawing/2014/main" id="{0F4BE9F4-D594-2899-096B-C3CC5AA40377}"/>
                </a:ext>
              </a:extLst>
            </p:cNvPr>
            <p:cNvSpPr txBox="1"/>
            <p:nvPr/>
          </p:nvSpPr>
          <p:spPr>
            <a:xfrm>
              <a:off x="17919178" y="36071898"/>
              <a:ext cx="12001272" cy="48320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742950" indent="-742950" algn="just">
                <a:buFont typeface="+mj-lt"/>
                <a:buAutoNum type="arabicPeriod"/>
              </a:pP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Further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assignation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rays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to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actual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chemical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species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742950" indent="-742950" algn="just">
                <a:buFont typeface="+mj-lt"/>
                <a:buAutoNum type="arabicPeriod"/>
              </a:pPr>
              <a:endParaRPr lang="es-E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42950" indent="-742950" algn="just">
                <a:buFont typeface="+mj-lt"/>
                <a:buAutoNum type="arabicPeriod"/>
              </a:pP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By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converting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data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into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ratio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or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angular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space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, GMM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would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not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deal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with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absolute magnitudes.</a:t>
              </a:r>
            </a:p>
            <a:p>
              <a:pPr marL="742950" indent="-742950" algn="just">
                <a:buFont typeface="+mj-lt"/>
                <a:buAutoNum type="arabicPeriod"/>
              </a:pPr>
              <a:endParaRPr lang="es-E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42950" indent="-742950" algn="just">
                <a:buAutoNum type="arabicPeriod" startAt="3"/>
              </a:pP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Increase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dimensionality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the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problem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algn="just"/>
              <a:endParaRPr lang="es-ES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028700" lvl="1" indent="-571500" algn="just">
                <a:buFontTx/>
                <a:buChar char="-"/>
              </a:pP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Different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mixture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compositions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lvl="1" algn="just"/>
              <a:endParaRPr lang="es-E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028700" lvl="1" indent="-571500" algn="just">
                <a:buFontTx/>
                <a:buChar char="-"/>
              </a:pP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Temporal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evolution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each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s-ES" sz="36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signal</a:t>
              </a:r>
              <a:r>
                <a:rPr lang="es-ES" sz="3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40" name="Rectángulo redondeado 39">
              <a:extLst>
                <a:ext uri="{FF2B5EF4-FFF2-40B4-BE49-F238E27FC236}">
                  <a16:creationId xmlns:a16="http://schemas.microsoft.com/office/drawing/2014/main" id="{B3CFC788-40D9-DAFC-D2D7-9B86055B49F3}"/>
                </a:ext>
              </a:extLst>
            </p:cNvPr>
            <p:cNvSpPr/>
            <p:nvPr/>
          </p:nvSpPr>
          <p:spPr>
            <a:xfrm>
              <a:off x="17756709" y="34392676"/>
              <a:ext cx="12294382" cy="1126639"/>
            </a:xfrm>
            <a:prstGeom prst="roundRect">
              <a:avLst>
                <a:gd name="adj" fmla="val 13023"/>
              </a:avLst>
            </a:prstGeom>
            <a:solidFill>
              <a:srgbClr val="D4C6A0">
                <a:alpha val="61709"/>
              </a:srgbClr>
            </a:solidFill>
            <a:ln w="762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6D6F818-A602-BB1F-B68E-D34FE06A0E20}"/>
                </a:ext>
              </a:extLst>
            </p:cNvPr>
            <p:cNvSpPr txBox="1"/>
            <p:nvPr/>
          </p:nvSpPr>
          <p:spPr>
            <a:xfrm>
              <a:off x="18438110" y="34307929"/>
              <a:ext cx="10780395" cy="110799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66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Future </a:t>
              </a:r>
              <a:r>
                <a:rPr lang="es-ES" sz="6600" b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prospects</a:t>
              </a:r>
              <a:endParaRPr lang="es-ES" sz="66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60FA7818-B86F-8ED5-BECF-A53EB8A136CA}"/>
                  </a:ext>
                </a:extLst>
              </p:cNvPr>
              <p:cNvSpPr txBox="1"/>
              <p:nvPr/>
            </p:nvSpPr>
            <p:spPr>
              <a:xfrm rot="16200000">
                <a:off x="-2389052" y="30581910"/>
                <a:ext cx="602146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CuadroTexto 42">
                <a:extLst>
                  <a:ext uri="{FF2B5EF4-FFF2-40B4-BE49-F238E27FC236}">
                    <a16:creationId xmlns:a16="http://schemas.microsoft.com/office/drawing/2014/main" id="{60FA7818-B86F-8ED5-BECF-A53EB8A13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389052" y="30581910"/>
                <a:ext cx="6021465" cy="584775"/>
              </a:xfrm>
              <a:prstGeom prst="rect">
                <a:avLst/>
              </a:prstGeom>
              <a:blipFill>
                <a:blip r:embed="rId15"/>
                <a:stretch>
                  <a:fillRect l="-12766" r="-31915" b="-25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398E6532-27B3-B7BA-BBF9-3AA176F6F6BE}"/>
                  </a:ext>
                </a:extLst>
              </p:cNvPr>
              <p:cNvSpPr txBox="1"/>
              <p:nvPr/>
            </p:nvSpPr>
            <p:spPr>
              <a:xfrm>
                <a:off x="2324297" y="25591548"/>
                <a:ext cx="602146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398E6532-27B3-B7BA-BBF9-3AA176F6F6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297" y="25591548"/>
                <a:ext cx="6021465" cy="584775"/>
              </a:xfrm>
              <a:prstGeom prst="rect">
                <a:avLst/>
              </a:prstGeom>
              <a:blipFill>
                <a:blip r:embed="rId16"/>
                <a:stretch>
                  <a:fillRect l="-2521" t="-14894" b="-2978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9ECBC59-5EAF-5308-5525-22077D80E1F9}"/>
                  </a:ext>
                </a:extLst>
              </p:cNvPr>
              <p:cNvSpPr txBox="1"/>
              <p:nvPr/>
            </p:nvSpPr>
            <p:spPr>
              <a:xfrm>
                <a:off x="11118013" y="25622061"/>
                <a:ext cx="602146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E9ECBC59-5EAF-5308-5525-22077D80E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8013" y="25622061"/>
                <a:ext cx="6021465" cy="584775"/>
              </a:xfrm>
              <a:prstGeom prst="rect">
                <a:avLst/>
              </a:prstGeom>
              <a:blipFill>
                <a:blip r:embed="rId17"/>
                <a:stretch>
                  <a:fillRect l="-2526" t="-12766" b="-319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656CF784-4A78-5743-DFB5-996840B6D106}"/>
              </a:ext>
            </a:extLst>
          </p:cNvPr>
          <p:cNvGrpSpPr/>
          <p:nvPr/>
        </p:nvGrpSpPr>
        <p:grpSpPr>
          <a:xfrm>
            <a:off x="0" y="10040"/>
            <a:ext cx="30275213" cy="6158993"/>
            <a:chOff x="-1" y="1192098"/>
            <a:chExt cx="30275213" cy="6025093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7AB0814-399A-9EC2-DD1D-DF73F4AED4A3}"/>
                </a:ext>
              </a:extLst>
            </p:cNvPr>
            <p:cNvSpPr/>
            <p:nvPr/>
          </p:nvSpPr>
          <p:spPr>
            <a:xfrm>
              <a:off x="-1" y="1192098"/>
              <a:ext cx="30275213" cy="6025093"/>
            </a:xfrm>
            <a:prstGeom prst="rect">
              <a:avLst/>
            </a:prstGeom>
            <a:solidFill>
              <a:srgbClr val="DCC9A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sz="18516" dirty="0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1D900A6C-A1D2-C4D3-F100-27CF52CC2B10}"/>
                </a:ext>
              </a:extLst>
            </p:cNvPr>
            <p:cNvSpPr txBox="1"/>
            <p:nvPr/>
          </p:nvSpPr>
          <p:spPr>
            <a:xfrm>
              <a:off x="5229347" y="1544324"/>
              <a:ext cx="24913975" cy="28097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Machine Learning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tools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to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assist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the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analysis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complex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rotational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spectra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</a:t>
              </a:r>
              <a:r>
                <a:rPr lang="es-ES" sz="8829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</a:t>
              </a:r>
              <a:r>
                <a:rPr lang="es-ES" sz="8829" b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chemical</a:t>
              </a:r>
              <a:r>
                <a:rPr lang="es-ES" sz="8829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mixtures</a:t>
              </a:r>
              <a:endParaRPr lang="es-ES" sz="8829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38063B33-BC70-EFF2-4DBE-5358FA9A5985}"/>
                </a:ext>
              </a:extLst>
            </p:cNvPr>
            <p:cNvSpPr txBox="1"/>
            <p:nvPr/>
          </p:nvSpPr>
          <p:spPr>
            <a:xfrm>
              <a:off x="7852905" y="5580044"/>
              <a:ext cx="19417586" cy="145116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Departamento de Química Física y Química Inorgánica, Facultad de Ciencias </a:t>
              </a:r>
            </a:p>
            <a:p>
              <a:pPr algn="ctr">
                <a:buNone/>
              </a:pPr>
              <a:r>
                <a:rPr lang="es-ES" sz="4415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I.U. CINQUIMA. Paseo de Belén 7, 47011 Valladolid, </a:t>
              </a:r>
              <a:r>
                <a:rPr lang="es-ES" sz="4415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Spain</a:t>
              </a:r>
              <a:endParaRPr lang="es-ES" sz="4415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9040FF15-E06C-A58D-7556-3E05EFA42B68}"/>
                </a:ext>
              </a:extLst>
            </p:cNvPr>
            <p:cNvSpPr txBox="1"/>
            <p:nvPr/>
          </p:nvSpPr>
          <p:spPr>
            <a:xfrm>
              <a:off x="5792491" y="4438049"/>
              <a:ext cx="23310037" cy="10629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D. Yélamos, Z. Wang, C. Calabrese, A. </a:t>
              </a:r>
              <a:r>
                <a:rPr lang="es-ES" sz="6307" i="1" dirty="0" err="1">
                  <a:solidFill>
                    <a:srgbClr val="000000"/>
                  </a:solidFill>
                  <a:latin typeface="Times New Roman" panose="02020603050405020304" pitchFamily="18" charset="0"/>
                </a:rPr>
                <a:t>Lesarri</a:t>
              </a:r>
              <a:r>
                <a:rPr lang="es-ES" sz="6307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 C. Bermúdez</a:t>
              </a:r>
              <a:endParaRPr lang="es-ES" sz="6307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62" name="Grupo 61">
            <a:extLst>
              <a:ext uri="{FF2B5EF4-FFF2-40B4-BE49-F238E27FC236}">
                <a16:creationId xmlns:a16="http://schemas.microsoft.com/office/drawing/2014/main" id="{71085FE9-0B47-2EAE-BF15-87B52FE19C79}"/>
              </a:ext>
            </a:extLst>
          </p:cNvPr>
          <p:cNvGrpSpPr/>
          <p:nvPr/>
        </p:nvGrpSpPr>
        <p:grpSpPr>
          <a:xfrm>
            <a:off x="-339766" y="102801"/>
            <a:ext cx="7376234" cy="5639175"/>
            <a:chOff x="18941" y="510264"/>
            <a:chExt cx="6317755" cy="4945631"/>
          </a:xfrm>
        </p:grpSpPr>
        <p:pic>
          <p:nvPicPr>
            <p:cNvPr id="57" name="Imagen 56">
              <a:extLst>
                <a:ext uri="{FF2B5EF4-FFF2-40B4-BE49-F238E27FC236}">
                  <a16:creationId xmlns:a16="http://schemas.microsoft.com/office/drawing/2014/main" id="{0C9CDB72-B741-4FCE-C741-C42A687E93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56188"/>
            <a:stretch>
              <a:fillRect/>
            </a:stretch>
          </p:blipFill>
          <p:spPr>
            <a:xfrm>
              <a:off x="1338908" y="3948438"/>
              <a:ext cx="3677822" cy="1507457"/>
            </a:xfrm>
            <a:prstGeom prst="rect">
              <a:avLst/>
            </a:prstGeom>
          </p:spPr>
        </p:pic>
        <p:pic>
          <p:nvPicPr>
            <p:cNvPr id="58" name="Imagen 57">
              <a:extLst>
                <a:ext uri="{FF2B5EF4-FFF2-40B4-BE49-F238E27FC236}">
                  <a16:creationId xmlns:a16="http://schemas.microsoft.com/office/drawing/2014/main" id="{0B9A3C14-3CC8-C02A-8F16-131D7C3658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rcRect t="-2063" b="42606"/>
            <a:stretch>
              <a:fillRect/>
            </a:stretch>
          </p:blipFill>
          <p:spPr>
            <a:xfrm>
              <a:off x="18941" y="510264"/>
              <a:ext cx="6317755" cy="3514239"/>
            </a:xfrm>
            <a:prstGeom prst="rect">
              <a:avLst/>
            </a:prstGeom>
          </p:spPr>
        </p:pic>
      </p:grpSp>
      <p:pic>
        <p:nvPicPr>
          <p:cNvPr id="74" name="Imagen 73" descr="Imagen que contiene Logotipo&#10;&#10;El contenido generado por IA puede ser incorrecto.">
            <a:extLst>
              <a:ext uri="{FF2B5EF4-FFF2-40B4-BE49-F238E27FC236}">
                <a16:creationId xmlns:a16="http://schemas.microsoft.com/office/drawing/2014/main" id="{9830DEAA-0CE4-B7D4-12A4-92541A1219B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296550" y="41391343"/>
            <a:ext cx="1175655" cy="1175655"/>
          </a:xfrm>
          <a:prstGeom prst="rect">
            <a:avLst/>
          </a:prstGeom>
        </p:spPr>
      </p:pic>
      <p:sp>
        <p:nvSpPr>
          <p:cNvPr id="81" name="CuadroTexto 80">
            <a:extLst>
              <a:ext uri="{FF2B5EF4-FFF2-40B4-BE49-F238E27FC236}">
                <a16:creationId xmlns:a16="http://schemas.microsoft.com/office/drawing/2014/main" id="{EE1C8540-D603-E8CA-1C1A-8A801CDF3CC6}"/>
              </a:ext>
            </a:extLst>
          </p:cNvPr>
          <p:cNvSpPr txBox="1"/>
          <p:nvPr/>
        </p:nvSpPr>
        <p:spPr>
          <a:xfrm rot="19115542">
            <a:off x="14538000" y="28108135"/>
            <a:ext cx="3119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[SO</a:t>
            </a:r>
            <a:r>
              <a:rPr lang="es-ES" sz="3600" b="1" baseline="-25000" dirty="0">
                <a:solidFill>
                  <a:srgbClr val="FF0000"/>
                </a:solidFill>
              </a:rPr>
              <a:t>2</a:t>
            </a:r>
            <a:r>
              <a:rPr lang="es-ES" sz="3600" b="1" dirty="0">
                <a:solidFill>
                  <a:srgbClr val="FF0000"/>
                </a:solidFill>
              </a:rPr>
              <a:t>]</a:t>
            </a:r>
            <a:r>
              <a:rPr lang="es-ES" sz="3600" b="1" baseline="-25000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B5F151D5-1F3C-8935-B4AC-E1D4798D0B9B}"/>
              </a:ext>
            </a:extLst>
          </p:cNvPr>
          <p:cNvSpPr txBox="1"/>
          <p:nvPr/>
        </p:nvSpPr>
        <p:spPr>
          <a:xfrm rot="20780460">
            <a:off x="14347025" y="32326964"/>
            <a:ext cx="3119718" cy="1056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600" b="1" dirty="0">
                <a:solidFill>
                  <a:srgbClr val="FF0000"/>
                </a:solidFill>
              </a:rPr>
              <a:t>[SO</a:t>
            </a:r>
            <a:r>
              <a:rPr lang="es-ES" sz="3600" b="1" baseline="-25000" dirty="0">
                <a:solidFill>
                  <a:srgbClr val="FF0000"/>
                </a:solidFill>
              </a:rPr>
              <a:t>2</a:t>
            </a:r>
            <a:r>
              <a:rPr lang="es-ES" sz="3600" b="1" dirty="0">
                <a:solidFill>
                  <a:srgbClr val="FF0000"/>
                </a:solidFill>
              </a:rPr>
              <a:t>]</a:t>
            </a:r>
            <a:r>
              <a:rPr lang="es-ES" sz="3600" b="1" baseline="-25000" dirty="0">
                <a:solidFill>
                  <a:srgbClr val="FF0000"/>
                </a:solidFill>
              </a:rPr>
              <a:t>n</a:t>
            </a:r>
            <a:r>
              <a:rPr lang="es-ES" sz="3600" b="1" dirty="0">
                <a:solidFill>
                  <a:srgbClr val="FF0000"/>
                </a:solidFill>
              </a:rPr>
              <a:t>[H</a:t>
            </a:r>
            <a:r>
              <a:rPr lang="es-ES" sz="3600" b="1" baseline="-25000" dirty="0">
                <a:solidFill>
                  <a:srgbClr val="FF0000"/>
                </a:solidFill>
              </a:rPr>
              <a:t>2</a:t>
            </a:r>
            <a:r>
              <a:rPr lang="es-ES" sz="3600" b="1" dirty="0">
                <a:solidFill>
                  <a:srgbClr val="FF0000"/>
                </a:solidFill>
              </a:rPr>
              <a:t>O]</a:t>
            </a:r>
            <a:r>
              <a:rPr lang="es-ES" sz="3600" b="1" baseline="-25000" dirty="0">
                <a:solidFill>
                  <a:srgbClr val="FF0000"/>
                </a:solidFill>
              </a:rPr>
              <a:t>n</a:t>
            </a:r>
          </a:p>
          <a:p>
            <a:endParaRPr lang="es-ES" sz="4000" b="1" baseline="-25000" dirty="0"/>
          </a:p>
        </p:txBody>
      </p:sp>
      <p:sp>
        <p:nvSpPr>
          <p:cNvPr id="130" name="Rectángulo 129">
            <a:extLst>
              <a:ext uri="{FF2B5EF4-FFF2-40B4-BE49-F238E27FC236}">
                <a16:creationId xmlns:a16="http://schemas.microsoft.com/office/drawing/2014/main" id="{EBEA48AE-6E53-1424-6E5A-8C59B4D8E4E5}"/>
              </a:ext>
            </a:extLst>
          </p:cNvPr>
          <p:cNvSpPr/>
          <p:nvPr/>
        </p:nvSpPr>
        <p:spPr>
          <a:xfrm>
            <a:off x="1490124" y="33859630"/>
            <a:ext cx="919468" cy="914319"/>
          </a:xfrm>
          <a:prstGeom prst="rect">
            <a:avLst/>
          </a:prstGeom>
          <a:noFill/>
          <a:ln w="1143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CuadroTexto 130">
                <a:extLst>
                  <a:ext uri="{FF2B5EF4-FFF2-40B4-BE49-F238E27FC236}">
                    <a16:creationId xmlns:a16="http://schemas.microsoft.com/office/drawing/2014/main" id="{A2ADC656-B566-18D8-E634-0EC6EA2DFF7B}"/>
                  </a:ext>
                </a:extLst>
              </p:cNvPr>
              <p:cNvSpPr txBox="1"/>
              <p:nvPr/>
            </p:nvSpPr>
            <p:spPr>
              <a:xfrm>
                <a:off x="11270413" y="25774461"/>
                <a:ext cx="602146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1" name="CuadroTexto 130">
                <a:extLst>
                  <a:ext uri="{FF2B5EF4-FFF2-40B4-BE49-F238E27FC236}">
                    <a16:creationId xmlns:a16="http://schemas.microsoft.com/office/drawing/2014/main" id="{A2ADC656-B566-18D8-E634-0EC6EA2D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70413" y="25774461"/>
                <a:ext cx="6021465" cy="584775"/>
              </a:xfrm>
              <a:prstGeom prst="rect">
                <a:avLst/>
              </a:prstGeom>
              <a:blipFill>
                <a:blip r:embed="rId20"/>
                <a:stretch>
                  <a:fillRect l="-2526" t="-12766" b="-3191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CuadroTexto 132">
                <a:extLst>
                  <a:ext uri="{FF2B5EF4-FFF2-40B4-BE49-F238E27FC236}">
                    <a16:creationId xmlns:a16="http://schemas.microsoft.com/office/drawing/2014/main" id="{4F7F450E-1A3B-A6C3-E14C-DE785E1F2E6D}"/>
                  </a:ext>
                </a:extLst>
              </p:cNvPr>
              <p:cNvSpPr txBox="1"/>
              <p:nvPr/>
            </p:nvSpPr>
            <p:spPr>
              <a:xfrm rot="16200000">
                <a:off x="-2430807" y="21421984"/>
                <a:ext cx="6021465" cy="58477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a:rPr lang="es-ES" sz="32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3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3" name="CuadroTexto 132">
                <a:extLst>
                  <a:ext uri="{FF2B5EF4-FFF2-40B4-BE49-F238E27FC236}">
                    <a16:creationId xmlns:a16="http://schemas.microsoft.com/office/drawing/2014/main" id="{4F7F450E-1A3B-A6C3-E14C-DE785E1F2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430807" y="21421984"/>
                <a:ext cx="6021465" cy="584775"/>
              </a:xfrm>
              <a:prstGeom prst="rect">
                <a:avLst/>
              </a:prstGeom>
              <a:blipFill>
                <a:blip r:embed="rId21"/>
                <a:stretch>
                  <a:fillRect l="-12766" r="-31915" b="-252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CuadroTexto 133">
                <a:extLst>
                  <a:ext uri="{FF2B5EF4-FFF2-40B4-BE49-F238E27FC236}">
                    <a16:creationId xmlns:a16="http://schemas.microsoft.com/office/drawing/2014/main" id="{7F5CC00C-4574-35A7-8E18-BCEFD84F249F}"/>
                  </a:ext>
                </a:extLst>
              </p:cNvPr>
              <p:cNvSpPr txBox="1"/>
              <p:nvPr/>
            </p:nvSpPr>
            <p:spPr>
              <a:xfrm rot="16200000">
                <a:off x="-2249838" y="36846215"/>
                <a:ext cx="540000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s-ES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μV</m:t>
                        </m:r>
                      </m:e>
                    </m:d>
                    <m:r>
                      <a:rPr lang="es-E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sSub>
                      <m:sSubPr>
                        <m:ctrlPr>
                          <a:rPr lang="es-E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O</m:t>
                        </m:r>
                      </m:e>
                      <m:sub>
                        <m:r>
                          <a:rPr lang="es-E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s-E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s-E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D</m:t>
                        </m:r>
                      </m:e>
                      <m:sub>
                        <m:r>
                          <a:rPr lang="es-ES" sz="24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O</m:t>
                    </m:r>
                    <m:r>
                      <a:rPr lang="es-E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s-E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4" name="CuadroTexto 133">
                <a:extLst>
                  <a:ext uri="{FF2B5EF4-FFF2-40B4-BE49-F238E27FC236}">
                    <a16:creationId xmlns:a16="http://schemas.microsoft.com/office/drawing/2014/main" id="{7F5CC00C-4574-35A7-8E18-BCEFD84F2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-2249838" y="36846215"/>
                <a:ext cx="5400004" cy="461665"/>
              </a:xfrm>
              <a:prstGeom prst="rect">
                <a:avLst/>
              </a:prstGeom>
              <a:blipFill>
                <a:blip r:embed="rId22"/>
                <a:stretch>
                  <a:fillRect l="-10811" r="-29730" b="-187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CuadroTexto 134">
                <a:extLst>
                  <a:ext uri="{FF2B5EF4-FFF2-40B4-BE49-F238E27FC236}">
                    <a16:creationId xmlns:a16="http://schemas.microsoft.com/office/drawing/2014/main" id="{A100CFCF-DC92-A765-2CF5-80648D6FBE90}"/>
                  </a:ext>
                </a:extLst>
              </p:cNvPr>
              <p:cNvSpPr txBox="1"/>
              <p:nvPr/>
            </p:nvSpPr>
            <p:spPr>
              <a:xfrm>
                <a:off x="1484683" y="40776414"/>
                <a:ext cx="3744665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400">
                    <a:latin typeface="Times New Roman" panose="02020603050405020304" pitchFamily="18" charset="0"/>
                    <a:cs typeface="Times New Roman" panose="02020603050405020304" pitchFamily="18" charset="0"/>
                  </a:defRPr>
                </a:lvl1pPr>
              </a:lstStyle>
              <a:p>
                <a:r>
                  <a:rPr lang="es-ES" dirty="0"/>
                  <a:t>Intensity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μV</m:t>
                        </m:r>
                      </m:e>
                    </m:d>
                    <m:r>
                      <a:rPr lang="es-ES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S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s-ES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s-ES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</a:rPr>
                      <m:t>O</m:t>
                    </m:r>
                    <m: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s-ES" dirty="0"/>
              </a:p>
            </p:txBody>
          </p:sp>
        </mc:Choice>
        <mc:Fallback xmlns="">
          <p:sp>
            <p:nvSpPr>
              <p:cNvPr id="135" name="CuadroTexto 134">
                <a:extLst>
                  <a:ext uri="{FF2B5EF4-FFF2-40B4-BE49-F238E27FC236}">
                    <a16:creationId xmlns:a16="http://schemas.microsoft.com/office/drawing/2014/main" id="{A100CFCF-DC92-A765-2CF5-80648D6FB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4683" y="40776414"/>
                <a:ext cx="3744665" cy="461665"/>
              </a:xfrm>
              <a:prstGeom prst="rect">
                <a:avLst/>
              </a:prstGeom>
              <a:blipFill>
                <a:blip r:embed="rId23"/>
                <a:stretch>
                  <a:fillRect l="-2712" t="-10526" b="-28947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1803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17315</TotalTime>
  <Words>1942</Words>
  <Application>Microsoft Macintosh PowerPoint</Application>
  <PresentationFormat>Personalizado</PresentationFormat>
  <Paragraphs>190</Paragraphs>
  <Slides>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Cambria Math</vt:lpstr>
      <vt:lpstr>Tahoma</vt:lpstr>
      <vt:lpstr>Times New Roman</vt:lpstr>
      <vt:lpstr>Wingdings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Yelamos de las Heras</dc:creator>
  <cp:lastModifiedBy>Daniel Yelamos de las Heras</cp:lastModifiedBy>
  <cp:revision>2</cp:revision>
  <dcterms:created xsi:type="dcterms:W3CDTF">2026-02-04T08:34:26Z</dcterms:created>
  <dcterms:modified xsi:type="dcterms:W3CDTF">2026-02-17T10:16:19Z</dcterms:modified>
</cp:coreProperties>
</file>