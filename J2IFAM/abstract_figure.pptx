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4400213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6D2B0F-5E3F-814E-8A0F-5C7D8E3A5115}" v="7" dt="2026-01-14T15:46:19.9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>
        <p:scale>
          <a:sx n="79" d="100"/>
          <a:sy n="79" d="100"/>
        </p:scale>
        <p:origin x="136" y="1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YELAMOS DE LAS HERAS" userId="6d3a8e5f-ef5c-45b4-acda-6265fc8f6857" providerId="ADAL" clId="{61DB71DD-75C6-55C1-A9F9-951D5D5511E5}"/>
    <pc:docChg chg="undo custSel modSld modMainMaster">
      <pc:chgData name="DANIEL YELAMOS DE LAS HERAS" userId="6d3a8e5f-ef5c-45b4-acda-6265fc8f6857" providerId="ADAL" clId="{61DB71DD-75C6-55C1-A9F9-951D5D5511E5}" dt="2026-01-14T15:49:02.488" v="75" actId="1035"/>
      <pc:docMkLst>
        <pc:docMk/>
      </pc:docMkLst>
      <pc:sldChg chg="addSp modSp mod">
        <pc:chgData name="DANIEL YELAMOS DE LAS HERAS" userId="6d3a8e5f-ef5c-45b4-acda-6265fc8f6857" providerId="ADAL" clId="{61DB71DD-75C6-55C1-A9F9-951D5D5511E5}" dt="2026-01-14T15:49:02.488" v="75" actId="1035"/>
        <pc:sldMkLst>
          <pc:docMk/>
          <pc:sldMk cId="3591029680" sldId="256"/>
        </pc:sldMkLst>
        <pc:spChg chg="mod">
          <ac:chgData name="DANIEL YELAMOS DE LAS HERAS" userId="6d3a8e5f-ef5c-45b4-acda-6265fc8f6857" providerId="ADAL" clId="{61DB71DD-75C6-55C1-A9F9-951D5D5511E5}" dt="2026-01-14T15:42:52.068" v="3" actId="1076"/>
          <ac:spMkLst>
            <pc:docMk/>
            <pc:sldMk cId="3591029680" sldId="256"/>
            <ac:spMk id="15" creationId="{64450350-40CE-77DD-671A-AFFF5151FE42}"/>
          </ac:spMkLst>
        </pc:spChg>
        <pc:spChg chg="mod">
          <ac:chgData name="DANIEL YELAMOS DE LAS HERAS" userId="6d3a8e5f-ef5c-45b4-acda-6265fc8f6857" providerId="ADAL" clId="{61DB71DD-75C6-55C1-A9F9-951D5D5511E5}" dt="2026-01-14T15:42:52.068" v="3" actId="1076"/>
          <ac:spMkLst>
            <pc:docMk/>
            <pc:sldMk cId="3591029680" sldId="256"/>
            <ac:spMk id="16" creationId="{EA3C253E-A87A-4A38-B8EB-6285EB57F642}"/>
          </ac:spMkLst>
        </pc:spChg>
        <pc:spChg chg="mod">
          <ac:chgData name="DANIEL YELAMOS DE LAS HERAS" userId="6d3a8e5f-ef5c-45b4-acda-6265fc8f6857" providerId="ADAL" clId="{61DB71DD-75C6-55C1-A9F9-951D5D5511E5}" dt="2026-01-14T15:49:02.488" v="75" actId="1035"/>
          <ac:spMkLst>
            <pc:docMk/>
            <pc:sldMk cId="3591029680" sldId="256"/>
            <ac:spMk id="17" creationId="{77EE20EA-8CDE-079A-61BF-38DFE45B95CB}"/>
          </ac:spMkLst>
        </pc:spChg>
        <pc:spChg chg="mod">
          <ac:chgData name="DANIEL YELAMOS DE LAS HERAS" userId="6d3a8e5f-ef5c-45b4-acda-6265fc8f6857" providerId="ADAL" clId="{61DB71DD-75C6-55C1-A9F9-951D5D5511E5}" dt="2026-01-14T15:43:57.852" v="4" actId="58"/>
          <ac:spMkLst>
            <pc:docMk/>
            <pc:sldMk cId="3591029680" sldId="256"/>
            <ac:spMk id="18" creationId="{5DF2A70C-7F32-9FAF-9FCF-D9BD5B0327B8}"/>
          </ac:spMkLst>
        </pc:spChg>
        <pc:spChg chg="mod">
          <ac:chgData name="DANIEL YELAMOS DE LAS HERAS" userId="6d3a8e5f-ef5c-45b4-acda-6265fc8f6857" providerId="ADAL" clId="{61DB71DD-75C6-55C1-A9F9-951D5D5511E5}" dt="2026-01-14T15:44:01.165" v="5" actId="58"/>
          <ac:spMkLst>
            <pc:docMk/>
            <pc:sldMk cId="3591029680" sldId="256"/>
            <ac:spMk id="20" creationId="{F1BC487E-5241-C3E3-4F83-6E993D67A836}"/>
          </ac:spMkLst>
        </pc:spChg>
        <pc:spChg chg="mod">
          <ac:chgData name="DANIEL YELAMOS DE LAS HERAS" userId="6d3a8e5f-ef5c-45b4-acda-6265fc8f6857" providerId="ADAL" clId="{61DB71DD-75C6-55C1-A9F9-951D5D5511E5}" dt="2026-01-14T15:42:52.068" v="3" actId="1076"/>
          <ac:spMkLst>
            <pc:docMk/>
            <pc:sldMk cId="3591029680" sldId="256"/>
            <ac:spMk id="48" creationId="{8886D027-7D8B-69BD-BA9C-1E99455CD045}"/>
          </ac:spMkLst>
        </pc:spChg>
        <pc:spChg chg="mod">
          <ac:chgData name="DANIEL YELAMOS DE LAS HERAS" userId="6d3a8e5f-ef5c-45b4-acda-6265fc8f6857" providerId="ADAL" clId="{61DB71DD-75C6-55C1-A9F9-951D5D5511E5}" dt="2026-01-14T15:42:52.068" v="3" actId="1076"/>
          <ac:spMkLst>
            <pc:docMk/>
            <pc:sldMk cId="3591029680" sldId="256"/>
            <ac:spMk id="49" creationId="{1622FF26-79B2-837B-2E5B-CC85E875CFF6}"/>
          </ac:spMkLst>
        </pc:spChg>
        <pc:spChg chg="mod">
          <ac:chgData name="DANIEL YELAMOS DE LAS HERAS" userId="6d3a8e5f-ef5c-45b4-acda-6265fc8f6857" providerId="ADAL" clId="{61DB71DD-75C6-55C1-A9F9-951D5D5511E5}" dt="2026-01-14T15:42:52.068" v="3" actId="1076"/>
          <ac:spMkLst>
            <pc:docMk/>
            <pc:sldMk cId="3591029680" sldId="256"/>
            <ac:spMk id="50" creationId="{D8BC33A3-FE92-6999-CC4F-3A5B62BCE7AD}"/>
          </ac:spMkLst>
        </pc:spChg>
        <pc:spChg chg="mod">
          <ac:chgData name="DANIEL YELAMOS DE LAS HERAS" userId="6d3a8e5f-ef5c-45b4-acda-6265fc8f6857" providerId="ADAL" clId="{61DB71DD-75C6-55C1-A9F9-951D5D5511E5}" dt="2026-01-14T15:42:52.068" v="3" actId="1076"/>
          <ac:spMkLst>
            <pc:docMk/>
            <pc:sldMk cId="3591029680" sldId="256"/>
            <ac:spMk id="55" creationId="{7512DC12-2A09-2DCE-2F02-98917984D7FA}"/>
          </ac:spMkLst>
        </pc:spChg>
        <pc:spChg chg="mod">
          <ac:chgData name="DANIEL YELAMOS DE LAS HERAS" userId="6d3a8e5f-ef5c-45b4-acda-6265fc8f6857" providerId="ADAL" clId="{61DB71DD-75C6-55C1-A9F9-951D5D5511E5}" dt="2026-01-14T15:42:52.068" v="3" actId="1076"/>
          <ac:spMkLst>
            <pc:docMk/>
            <pc:sldMk cId="3591029680" sldId="256"/>
            <ac:spMk id="57" creationId="{49293B83-6E58-0033-02A6-C0D25B47EFBA}"/>
          </ac:spMkLst>
        </pc:spChg>
        <pc:spChg chg="add mod">
          <ac:chgData name="DANIEL YELAMOS DE LAS HERAS" userId="6d3a8e5f-ef5c-45b4-acda-6265fc8f6857" providerId="ADAL" clId="{61DB71DD-75C6-55C1-A9F9-951D5D5511E5}" dt="2026-01-14T15:45:24.222" v="41" actId="1035"/>
          <ac:spMkLst>
            <pc:docMk/>
            <pc:sldMk cId="3591029680" sldId="256"/>
            <ac:spMk id="58" creationId="{C85EB022-9CBD-95A1-1499-277F2B885516}"/>
          </ac:spMkLst>
        </pc:spChg>
        <pc:spChg chg="add mod">
          <ac:chgData name="DANIEL YELAMOS DE LAS HERAS" userId="6d3a8e5f-ef5c-45b4-acda-6265fc8f6857" providerId="ADAL" clId="{61DB71DD-75C6-55C1-A9F9-951D5D5511E5}" dt="2026-01-14T15:46:12.936" v="58" actId="1037"/>
          <ac:spMkLst>
            <pc:docMk/>
            <pc:sldMk cId="3591029680" sldId="256"/>
            <ac:spMk id="59" creationId="{5F64F50B-07B1-295B-E4A8-017FAD6FA7DC}"/>
          </ac:spMkLst>
        </pc:spChg>
        <pc:spChg chg="add mod">
          <ac:chgData name="DANIEL YELAMOS DE LAS HERAS" userId="6d3a8e5f-ef5c-45b4-acda-6265fc8f6857" providerId="ADAL" clId="{61DB71DD-75C6-55C1-A9F9-951D5D5511E5}" dt="2026-01-14T15:45:47.046" v="47" actId="20577"/>
          <ac:spMkLst>
            <pc:docMk/>
            <pc:sldMk cId="3591029680" sldId="256"/>
            <ac:spMk id="60" creationId="{ECDC2D5D-BB2A-FFCC-E9BF-8EED1D3F3E4E}"/>
          </ac:spMkLst>
        </pc:spChg>
        <pc:picChg chg="mod">
          <ac:chgData name="DANIEL YELAMOS DE LAS HERAS" userId="6d3a8e5f-ef5c-45b4-acda-6265fc8f6857" providerId="ADAL" clId="{61DB71DD-75C6-55C1-A9F9-951D5D5511E5}" dt="2026-01-14T15:42:44.408" v="2" actId="1076"/>
          <ac:picMkLst>
            <pc:docMk/>
            <pc:sldMk cId="3591029680" sldId="256"/>
            <ac:picMk id="10" creationId="{2E09D7D9-0116-A5D1-A096-960F249034B5}"/>
          </ac:picMkLst>
        </pc:picChg>
        <pc:picChg chg="add mod modCrop">
          <ac:chgData name="DANIEL YELAMOS DE LAS HERAS" userId="6d3a8e5f-ef5c-45b4-acda-6265fc8f6857" providerId="ADAL" clId="{61DB71DD-75C6-55C1-A9F9-951D5D5511E5}" dt="2026-01-14T15:48:56.778" v="70" actId="14100"/>
          <ac:picMkLst>
            <pc:docMk/>
            <pc:sldMk cId="3591029680" sldId="256"/>
            <ac:picMk id="61" creationId="{2B4F6F5B-372B-6EDE-AEBB-F796634ADC14}"/>
          </ac:picMkLst>
        </pc:picChg>
        <pc:picChg chg="add mod modCrop">
          <ac:chgData name="DANIEL YELAMOS DE LAS HERAS" userId="6d3a8e5f-ef5c-45b4-acda-6265fc8f6857" providerId="ADAL" clId="{61DB71DD-75C6-55C1-A9F9-951D5D5511E5}" dt="2026-01-14T15:46:42.687" v="65" actId="1037"/>
          <ac:picMkLst>
            <pc:docMk/>
            <pc:sldMk cId="3591029680" sldId="256"/>
            <ac:picMk id="62" creationId="{3EAD0FFF-D5F0-8342-49A8-2C8EBD3DD4E7}"/>
          </ac:picMkLst>
        </pc:picChg>
      </pc:sldChg>
      <pc:sldMasterChg chg="modSp modSldLayout">
        <pc:chgData name="DANIEL YELAMOS DE LAS HERAS" userId="6d3a8e5f-ef5c-45b4-acda-6265fc8f6857" providerId="ADAL" clId="{61DB71DD-75C6-55C1-A9F9-951D5D5511E5}" dt="2026-01-14T15:42:34.829" v="0"/>
        <pc:sldMasterMkLst>
          <pc:docMk/>
          <pc:sldMasterMk cId="1754020574" sldId="2147483660"/>
        </pc:sldMasterMkLst>
        <pc:spChg chg="mod">
          <ac:chgData name="DANIEL YELAMOS DE LAS HERAS" userId="6d3a8e5f-ef5c-45b4-acda-6265fc8f6857" providerId="ADAL" clId="{61DB71DD-75C6-55C1-A9F9-951D5D5511E5}" dt="2026-01-14T15:42:34.829" v="0"/>
          <ac:spMkLst>
            <pc:docMk/>
            <pc:sldMasterMk cId="1754020574" sldId="2147483660"/>
            <ac:spMk id="2" creationId="{00000000-0000-0000-0000-000000000000}"/>
          </ac:spMkLst>
        </pc:spChg>
        <pc:spChg chg="mod">
          <ac:chgData name="DANIEL YELAMOS DE LAS HERAS" userId="6d3a8e5f-ef5c-45b4-acda-6265fc8f6857" providerId="ADAL" clId="{61DB71DD-75C6-55C1-A9F9-951D5D5511E5}" dt="2026-01-14T15:42:34.829" v="0"/>
          <ac:spMkLst>
            <pc:docMk/>
            <pc:sldMasterMk cId="1754020574" sldId="2147483660"/>
            <ac:spMk id="3" creationId="{00000000-0000-0000-0000-000000000000}"/>
          </ac:spMkLst>
        </pc:spChg>
        <pc:spChg chg="mod">
          <ac:chgData name="DANIEL YELAMOS DE LAS HERAS" userId="6d3a8e5f-ef5c-45b4-acda-6265fc8f6857" providerId="ADAL" clId="{61DB71DD-75C6-55C1-A9F9-951D5D5511E5}" dt="2026-01-14T15:42:34.829" v="0"/>
          <ac:spMkLst>
            <pc:docMk/>
            <pc:sldMasterMk cId="1754020574" sldId="2147483660"/>
            <ac:spMk id="4" creationId="{00000000-0000-0000-0000-000000000000}"/>
          </ac:spMkLst>
        </pc:spChg>
        <pc:spChg chg="mod">
          <ac:chgData name="DANIEL YELAMOS DE LAS HERAS" userId="6d3a8e5f-ef5c-45b4-acda-6265fc8f6857" providerId="ADAL" clId="{61DB71DD-75C6-55C1-A9F9-951D5D5511E5}" dt="2026-01-14T15:42:34.829" v="0"/>
          <ac:spMkLst>
            <pc:docMk/>
            <pc:sldMasterMk cId="1754020574" sldId="2147483660"/>
            <ac:spMk id="5" creationId="{00000000-0000-0000-0000-000000000000}"/>
          </ac:spMkLst>
        </pc:spChg>
        <pc:spChg chg="mod">
          <ac:chgData name="DANIEL YELAMOS DE LAS HERAS" userId="6d3a8e5f-ef5c-45b4-acda-6265fc8f6857" providerId="ADAL" clId="{61DB71DD-75C6-55C1-A9F9-951D5D5511E5}" dt="2026-01-14T15:42:34.829" v="0"/>
          <ac:spMkLst>
            <pc:docMk/>
            <pc:sldMasterMk cId="1754020574" sldId="2147483660"/>
            <ac:spMk id="6" creationId="{00000000-0000-0000-0000-000000000000}"/>
          </ac:spMkLst>
        </pc:spChg>
        <pc:sldLayoutChg chg="modSp">
          <pc:chgData name="DANIEL YELAMOS DE LAS HERAS" userId="6d3a8e5f-ef5c-45b4-acda-6265fc8f6857" providerId="ADAL" clId="{61DB71DD-75C6-55C1-A9F9-951D5D5511E5}" dt="2026-01-14T15:42:34.829" v="0"/>
          <pc:sldLayoutMkLst>
            <pc:docMk/>
            <pc:sldMasterMk cId="1754020574" sldId="2147483660"/>
            <pc:sldLayoutMk cId="1962992118" sldId="2147483661"/>
          </pc:sldLayoutMkLst>
          <pc:spChg chg="mod">
            <ac:chgData name="DANIEL YELAMOS DE LAS HERAS" userId="6d3a8e5f-ef5c-45b4-acda-6265fc8f6857" providerId="ADAL" clId="{61DB71DD-75C6-55C1-A9F9-951D5D5511E5}" dt="2026-01-14T15:42:34.829" v="0"/>
            <ac:spMkLst>
              <pc:docMk/>
              <pc:sldMasterMk cId="1754020574" sldId="2147483660"/>
              <pc:sldLayoutMk cId="1962992118" sldId="2147483661"/>
              <ac:spMk id="2" creationId="{00000000-0000-0000-0000-000000000000}"/>
            </ac:spMkLst>
          </pc:spChg>
          <pc:spChg chg="mod">
            <ac:chgData name="DANIEL YELAMOS DE LAS HERAS" userId="6d3a8e5f-ef5c-45b4-acda-6265fc8f6857" providerId="ADAL" clId="{61DB71DD-75C6-55C1-A9F9-951D5D5511E5}" dt="2026-01-14T15:42:34.829" v="0"/>
            <ac:spMkLst>
              <pc:docMk/>
              <pc:sldMasterMk cId="1754020574" sldId="2147483660"/>
              <pc:sldLayoutMk cId="1962992118" sldId="2147483661"/>
              <ac:spMk id="3" creationId="{00000000-0000-0000-0000-000000000000}"/>
            </ac:spMkLst>
          </pc:spChg>
        </pc:sldLayoutChg>
        <pc:sldLayoutChg chg="modSp">
          <pc:chgData name="DANIEL YELAMOS DE LAS HERAS" userId="6d3a8e5f-ef5c-45b4-acda-6265fc8f6857" providerId="ADAL" clId="{61DB71DD-75C6-55C1-A9F9-951D5D5511E5}" dt="2026-01-14T15:42:34.829" v="0"/>
          <pc:sldLayoutMkLst>
            <pc:docMk/>
            <pc:sldMasterMk cId="1754020574" sldId="2147483660"/>
            <pc:sldLayoutMk cId="2925336959" sldId="2147483663"/>
          </pc:sldLayoutMkLst>
          <pc:spChg chg="mod">
            <ac:chgData name="DANIEL YELAMOS DE LAS HERAS" userId="6d3a8e5f-ef5c-45b4-acda-6265fc8f6857" providerId="ADAL" clId="{61DB71DD-75C6-55C1-A9F9-951D5D5511E5}" dt="2026-01-14T15:42:34.829" v="0"/>
            <ac:spMkLst>
              <pc:docMk/>
              <pc:sldMasterMk cId="1754020574" sldId="2147483660"/>
              <pc:sldLayoutMk cId="2925336959" sldId="2147483663"/>
              <ac:spMk id="2" creationId="{00000000-0000-0000-0000-000000000000}"/>
            </ac:spMkLst>
          </pc:spChg>
          <pc:spChg chg="mod">
            <ac:chgData name="DANIEL YELAMOS DE LAS HERAS" userId="6d3a8e5f-ef5c-45b4-acda-6265fc8f6857" providerId="ADAL" clId="{61DB71DD-75C6-55C1-A9F9-951D5D5511E5}" dt="2026-01-14T15:42:34.829" v="0"/>
            <ac:spMkLst>
              <pc:docMk/>
              <pc:sldMasterMk cId="1754020574" sldId="2147483660"/>
              <pc:sldLayoutMk cId="2925336959" sldId="2147483663"/>
              <ac:spMk id="3" creationId="{00000000-0000-0000-0000-000000000000}"/>
            </ac:spMkLst>
          </pc:spChg>
        </pc:sldLayoutChg>
        <pc:sldLayoutChg chg="modSp">
          <pc:chgData name="DANIEL YELAMOS DE LAS HERAS" userId="6d3a8e5f-ef5c-45b4-acda-6265fc8f6857" providerId="ADAL" clId="{61DB71DD-75C6-55C1-A9F9-951D5D5511E5}" dt="2026-01-14T15:42:34.829" v="0"/>
          <pc:sldLayoutMkLst>
            <pc:docMk/>
            <pc:sldMasterMk cId="1754020574" sldId="2147483660"/>
            <pc:sldLayoutMk cId="308804085" sldId="2147483664"/>
          </pc:sldLayoutMkLst>
          <pc:spChg chg="mod">
            <ac:chgData name="DANIEL YELAMOS DE LAS HERAS" userId="6d3a8e5f-ef5c-45b4-acda-6265fc8f6857" providerId="ADAL" clId="{61DB71DD-75C6-55C1-A9F9-951D5D5511E5}" dt="2026-01-14T15:42:34.829" v="0"/>
            <ac:spMkLst>
              <pc:docMk/>
              <pc:sldMasterMk cId="1754020574" sldId="2147483660"/>
              <pc:sldLayoutMk cId="308804085" sldId="2147483664"/>
              <ac:spMk id="3" creationId="{00000000-0000-0000-0000-000000000000}"/>
            </ac:spMkLst>
          </pc:spChg>
          <pc:spChg chg="mod">
            <ac:chgData name="DANIEL YELAMOS DE LAS HERAS" userId="6d3a8e5f-ef5c-45b4-acda-6265fc8f6857" providerId="ADAL" clId="{61DB71DD-75C6-55C1-A9F9-951D5D5511E5}" dt="2026-01-14T15:42:34.829" v="0"/>
            <ac:spMkLst>
              <pc:docMk/>
              <pc:sldMasterMk cId="1754020574" sldId="2147483660"/>
              <pc:sldLayoutMk cId="308804085" sldId="2147483664"/>
              <ac:spMk id="4" creationId="{00000000-0000-0000-0000-000000000000}"/>
            </ac:spMkLst>
          </pc:spChg>
        </pc:sldLayoutChg>
        <pc:sldLayoutChg chg="modSp">
          <pc:chgData name="DANIEL YELAMOS DE LAS HERAS" userId="6d3a8e5f-ef5c-45b4-acda-6265fc8f6857" providerId="ADAL" clId="{61DB71DD-75C6-55C1-A9F9-951D5D5511E5}" dt="2026-01-14T15:42:34.829" v="0"/>
          <pc:sldLayoutMkLst>
            <pc:docMk/>
            <pc:sldMasterMk cId="1754020574" sldId="2147483660"/>
            <pc:sldLayoutMk cId="3752355958" sldId="2147483665"/>
          </pc:sldLayoutMkLst>
          <pc:spChg chg="mod">
            <ac:chgData name="DANIEL YELAMOS DE LAS HERAS" userId="6d3a8e5f-ef5c-45b4-acda-6265fc8f6857" providerId="ADAL" clId="{61DB71DD-75C6-55C1-A9F9-951D5D5511E5}" dt="2026-01-14T15:42:34.829" v="0"/>
            <ac:spMkLst>
              <pc:docMk/>
              <pc:sldMasterMk cId="1754020574" sldId="2147483660"/>
              <pc:sldLayoutMk cId="3752355958" sldId="2147483665"/>
              <ac:spMk id="2" creationId="{00000000-0000-0000-0000-000000000000}"/>
            </ac:spMkLst>
          </pc:spChg>
          <pc:spChg chg="mod">
            <ac:chgData name="DANIEL YELAMOS DE LAS HERAS" userId="6d3a8e5f-ef5c-45b4-acda-6265fc8f6857" providerId="ADAL" clId="{61DB71DD-75C6-55C1-A9F9-951D5D5511E5}" dt="2026-01-14T15:42:34.829" v="0"/>
            <ac:spMkLst>
              <pc:docMk/>
              <pc:sldMasterMk cId="1754020574" sldId="2147483660"/>
              <pc:sldLayoutMk cId="3752355958" sldId="2147483665"/>
              <ac:spMk id="3" creationId="{00000000-0000-0000-0000-000000000000}"/>
            </ac:spMkLst>
          </pc:spChg>
          <pc:spChg chg="mod">
            <ac:chgData name="DANIEL YELAMOS DE LAS HERAS" userId="6d3a8e5f-ef5c-45b4-acda-6265fc8f6857" providerId="ADAL" clId="{61DB71DD-75C6-55C1-A9F9-951D5D5511E5}" dt="2026-01-14T15:42:34.829" v="0"/>
            <ac:spMkLst>
              <pc:docMk/>
              <pc:sldMasterMk cId="1754020574" sldId="2147483660"/>
              <pc:sldLayoutMk cId="3752355958" sldId="2147483665"/>
              <ac:spMk id="4" creationId="{00000000-0000-0000-0000-000000000000}"/>
            </ac:spMkLst>
          </pc:spChg>
          <pc:spChg chg="mod">
            <ac:chgData name="DANIEL YELAMOS DE LAS HERAS" userId="6d3a8e5f-ef5c-45b4-acda-6265fc8f6857" providerId="ADAL" clId="{61DB71DD-75C6-55C1-A9F9-951D5D5511E5}" dt="2026-01-14T15:42:34.829" v="0"/>
            <ac:spMkLst>
              <pc:docMk/>
              <pc:sldMasterMk cId="1754020574" sldId="2147483660"/>
              <pc:sldLayoutMk cId="3752355958" sldId="2147483665"/>
              <ac:spMk id="5" creationId="{00000000-0000-0000-0000-000000000000}"/>
            </ac:spMkLst>
          </pc:spChg>
          <pc:spChg chg="mod">
            <ac:chgData name="DANIEL YELAMOS DE LAS HERAS" userId="6d3a8e5f-ef5c-45b4-acda-6265fc8f6857" providerId="ADAL" clId="{61DB71DD-75C6-55C1-A9F9-951D5D5511E5}" dt="2026-01-14T15:42:34.829" v="0"/>
            <ac:spMkLst>
              <pc:docMk/>
              <pc:sldMasterMk cId="1754020574" sldId="2147483660"/>
              <pc:sldLayoutMk cId="3752355958" sldId="2147483665"/>
              <ac:spMk id="6" creationId="{00000000-0000-0000-0000-000000000000}"/>
            </ac:spMkLst>
          </pc:spChg>
        </pc:sldLayoutChg>
        <pc:sldLayoutChg chg="modSp">
          <pc:chgData name="DANIEL YELAMOS DE LAS HERAS" userId="6d3a8e5f-ef5c-45b4-acda-6265fc8f6857" providerId="ADAL" clId="{61DB71DD-75C6-55C1-A9F9-951D5D5511E5}" dt="2026-01-14T15:42:34.829" v="0"/>
          <pc:sldLayoutMkLst>
            <pc:docMk/>
            <pc:sldMasterMk cId="1754020574" sldId="2147483660"/>
            <pc:sldLayoutMk cId="1287139514" sldId="2147483668"/>
          </pc:sldLayoutMkLst>
          <pc:spChg chg="mod">
            <ac:chgData name="DANIEL YELAMOS DE LAS HERAS" userId="6d3a8e5f-ef5c-45b4-acda-6265fc8f6857" providerId="ADAL" clId="{61DB71DD-75C6-55C1-A9F9-951D5D5511E5}" dt="2026-01-14T15:42:34.829" v="0"/>
            <ac:spMkLst>
              <pc:docMk/>
              <pc:sldMasterMk cId="1754020574" sldId="2147483660"/>
              <pc:sldLayoutMk cId="1287139514" sldId="2147483668"/>
              <ac:spMk id="2" creationId="{00000000-0000-0000-0000-000000000000}"/>
            </ac:spMkLst>
          </pc:spChg>
          <pc:spChg chg="mod">
            <ac:chgData name="DANIEL YELAMOS DE LAS HERAS" userId="6d3a8e5f-ef5c-45b4-acda-6265fc8f6857" providerId="ADAL" clId="{61DB71DD-75C6-55C1-A9F9-951D5D5511E5}" dt="2026-01-14T15:42:34.829" v="0"/>
            <ac:spMkLst>
              <pc:docMk/>
              <pc:sldMasterMk cId="1754020574" sldId="2147483660"/>
              <pc:sldLayoutMk cId="1287139514" sldId="2147483668"/>
              <ac:spMk id="3" creationId="{00000000-0000-0000-0000-000000000000}"/>
            </ac:spMkLst>
          </pc:spChg>
          <pc:spChg chg="mod">
            <ac:chgData name="DANIEL YELAMOS DE LAS HERAS" userId="6d3a8e5f-ef5c-45b4-acda-6265fc8f6857" providerId="ADAL" clId="{61DB71DD-75C6-55C1-A9F9-951D5D5511E5}" dt="2026-01-14T15:42:34.829" v="0"/>
            <ac:spMkLst>
              <pc:docMk/>
              <pc:sldMasterMk cId="1754020574" sldId="2147483660"/>
              <pc:sldLayoutMk cId="1287139514" sldId="2147483668"/>
              <ac:spMk id="4" creationId="{00000000-0000-0000-0000-000000000000}"/>
            </ac:spMkLst>
          </pc:spChg>
        </pc:sldLayoutChg>
        <pc:sldLayoutChg chg="modSp">
          <pc:chgData name="DANIEL YELAMOS DE LAS HERAS" userId="6d3a8e5f-ef5c-45b4-acda-6265fc8f6857" providerId="ADAL" clId="{61DB71DD-75C6-55C1-A9F9-951D5D5511E5}" dt="2026-01-14T15:42:34.829" v="0"/>
          <pc:sldLayoutMkLst>
            <pc:docMk/>
            <pc:sldMasterMk cId="1754020574" sldId="2147483660"/>
            <pc:sldLayoutMk cId="3865718233" sldId="2147483669"/>
          </pc:sldLayoutMkLst>
          <pc:spChg chg="mod">
            <ac:chgData name="DANIEL YELAMOS DE LAS HERAS" userId="6d3a8e5f-ef5c-45b4-acda-6265fc8f6857" providerId="ADAL" clId="{61DB71DD-75C6-55C1-A9F9-951D5D5511E5}" dt="2026-01-14T15:42:34.829" v="0"/>
            <ac:spMkLst>
              <pc:docMk/>
              <pc:sldMasterMk cId="1754020574" sldId="2147483660"/>
              <pc:sldLayoutMk cId="3865718233" sldId="2147483669"/>
              <ac:spMk id="2" creationId="{00000000-0000-0000-0000-000000000000}"/>
            </ac:spMkLst>
          </pc:spChg>
          <pc:spChg chg="mod">
            <ac:chgData name="DANIEL YELAMOS DE LAS HERAS" userId="6d3a8e5f-ef5c-45b4-acda-6265fc8f6857" providerId="ADAL" clId="{61DB71DD-75C6-55C1-A9F9-951D5D5511E5}" dt="2026-01-14T15:42:34.829" v="0"/>
            <ac:spMkLst>
              <pc:docMk/>
              <pc:sldMasterMk cId="1754020574" sldId="2147483660"/>
              <pc:sldLayoutMk cId="3865718233" sldId="2147483669"/>
              <ac:spMk id="3" creationId="{00000000-0000-0000-0000-000000000000}"/>
            </ac:spMkLst>
          </pc:spChg>
          <pc:spChg chg="mod">
            <ac:chgData name="DANIEL YELAMOS DE LAS HERAS" userId="6d3a8e5f-ef5c-45b4-acda-6265fc8f6857" providerId="ADAL" clId="{61DB71DD-75C6-55C1-A9F9-951D5D5511E5}" dt="2026-01-14T15:42:34.829" v="0"/>
            <ac:spMkLst>
              <pc:docMk/>
              <pc:sldMasterMk cId="1754020574" sldId="2147483660"/>
              <pc:sldLayoutMk cId="3865718233" sldId="2147483669"/>
              <ac:spMk id="4" creationId="{00000000-0000-0000-0000-000000000000}"/>
            </ac:spMkLst>
          </pc:spChg>
        </pc:sldLayoutChg>
        <pc:sldLayoutChg chg="modSp">
          <pc:chgData name="DANIEL YELAMOS DE LAS HERAS" userId="6d3a8e5f-ef5c-45b4-acda-6265fc8f6857" providerId="ADAL" clId="{61DB71DD-75C6-55C1-A9F9-951D5D5511E5}" dt="2026-01-14T15:42:34.829" v="0"/>
          <pc:sldLayoutMkLst>
            <pc:docMk/>
            <pc:sldMasterMk cId="1754020574" sldId="2147483660"/>
            <pc:sldLayoutMk cId="442807307" sldId="2147483671"/>
          </pc:sldLayoutMkLst>
          <pc:spChg chg="mod">
            <ac:chgData name="DANIEL YELAMOS DE LAS HERAS" userId="6d3a8e5f-ef5c-45b4-acda-6265fc8f6857" providerId="ADAL" clId="{61DB71DD-75C6-55C1-A9F9-951D5D5511E5}" dt="2026-01-14T15:42:34.829" v="0"/>
            <ac:spMkLst>
              <pc:docMk/>
              <pc:sldMasterMk cId="1754020574" sldId="2147483660"/>
              <pc:sldLayoutMk cId="442807307" sldId="2147483671"/>
              <ac:spMk id="2" creationId="{00000000-0000-0000-0000-000000000000}"/>
            </ac:spMkLst>
          </pc:spChg>
          <pc:spChg chg="mod">
            <ac:chgData name="DANIEL YELAMOS DE LAS HERAS" userId="6d3a8e5f-ef5c-45b4-acda-6265fc8f6857" providerId="ADAL" clId="{61DB71DD-75C6-55C1-A9F9-951D5D5511E5}" dt="2026-01-14T15:42:34.829" v="0"/>
            <ac:spMkLst>
              <pc:docMk/>
              <pc:sldMasterMk cId="1754020574" sldId="2147483660"/>
              <pc:sldLayoutMk cId="442807307" sldId="2147483671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883861"/>
            <a:ext cx="10800160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2836605"/>
            <a:ext cx="10800160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CED4C-7B01-2E4C-9CFC-B6A141268E68}" type="datetimeFigureOut">
              <a:rPr lang="es-ES" smtClean="0"/>
              <a:t>14/1/26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B53C-F02F-0945-8954-466CC733BB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4620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CED4C-7B01-2E4C-9CFC-B6A141268E68}" type="datetimeFigureOut">
              <a:rPr lang="es-ES" smtClean="0"/>
              <a:t>14/1/26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B53C-F02F-0945-8954-466CC733BB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484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1346419"/>
            <a:ext cx="12420184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3614203"/>
            <a:ext cx="12420184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82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CED4C-7B01-2E4C-9CFC-B6A141268E68}" type="datetimeFigureOut">
              <a:rPr lang="es-ES" smtClean="0"/>
              <a:t>14/1/26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B53C-F02F-0945-8954-466CC733BB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2201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1437680"/>
            <a:ext cx="6120091" cy="34266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1437680"/>
            <a:ext cx="6120091" cy="34266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CED4C-7B01-2E4C-9CFC-B6A141268E68}" type="datetimeFigureOut">
              <a:rPr lang="es-ES" smtClean="0"/>
              <a:t>14/1/26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B53C-F02F-0945-8954-466CC733BB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0643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287536"/>
            <a:ext cx="12420184" cy="104388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1323916"/>
            <a:ext cx="6091965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1972747"/>
            <a:ext cx="6091965" cy="290161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1323916"/>
            <a:ext cx="612196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1972747"/>
            <a:ext cx="6121966" cy="290161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CED4C-7B01-2E4C-9CFC-B6A141268E68}" type="datetimeFigureOut">
              <a:rPr lang="es-ES" smtClean="0"/>
              <a:t>14/1/26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B53C-F02F-0945-8954-466CC733BB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0995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CED4C-7B01-2E4C-9CFC-B6A141268E68}" type="datetimeFigureOut">
              <a:rPr lang="es-ES" smtClean="0"/>
              <a:t>14/1/26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B53C-F02F-0945-8954-466CC733BB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8429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CED4C-7B01-2E4C-9CFC-B6A141268E68}" type="datetimeFigureOut">
              <a:rPr lang="es-ES" smtClean="0"/>
              <a:t>14/1/26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B53C-F02F-0945-8954-466CC733BB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7062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360045"/>
            <a:ext cx="4644443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777597"/>
            <a:ext cx="7290108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1620202"/>
            <a:ext cx="4644443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CED4C-7B01-2E4C-9CFC-B6A141268E68}" type="datetimeFigureOut">
              <a:rPr lang="es-ES" smtClean="0"/>
              <a:t>14/1/26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B53C-F02F-0945-8954-466CC733BB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588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360045"/>
            <a:ext cx="4644443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777597"/>
            <a:ext cx="7290108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1620202"/>
            <a:ext cx="4644443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CED4C-7B01-2E4C-9CFC-B6A141268E68}" type="datetimeFigureOut">
              <a:rPr lang="es-ES" smtClean="0"/>
              <a:t>14/1/26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B53C-F02F-0945-8954-466CC733BB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4591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CED4C-7B01-2E4C-9CFC-B6A141268E68}" type="datetimeFigureOut">
              <a:rPr lang="es-ES" smtClean="0"/>
              <a:t>14/1/26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B53C-F02F-0945-8954-466CC733BB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9618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287536"/>
            <a:ext cx="3105046" cy="457682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287536"/>
            <a:ext cx="9135135" cy="457682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CED4C-7B01-2E4C-9CFC-B6A141268E68}" type="datetimeFigureOut">
              <a:rPr lang="es-ES" smtClean="0"/>
              <a:t>14/1/26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B53C-F02F-0945-8954-466CC733BB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182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287536"/>
            <a:ext cx="12420184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1437680"/>
            <a:ext cx="12420184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5005626"/>
            <a:ext cx="324004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CED4C-7B01-2E4C-9CFC-B6A141268E68}" type="datetimeFigureOut">
              <a:rPr lang="es-ES" smtClean="0"/>
              <a:t>14/1/26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5005626"/>
            <a:ext cx="4860072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5005626"/>
            <a:ext cx="324004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5FB53C-F02F-0945-8954-466CC733BB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9980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4081B3AB-2685-84A1-0ABB-FF25243C03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04" b="4040"/>
          <a:stretch>
            <a:fillRect/>
          </a:stretch>
        </p:blipFill>
        <p:spPr>
          <a:xfrm>
            <a:off x="1023095" y="1040349"/>
            <a:ext cx="4460629" cy="3319976"/>
          </a:xfrm>
          <a:prstGeom prst="rect">
            <a:avLst/>
          </a:prstGeom>
        </p:spPr>
      </p:pic>
      <p:pic>
        <p:nvPicPr>
          <p:cNvPr id="9" name="Imagen 8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03C71DDD-6071-ACC5-58B7-46465E17C4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62" r="23620" b="4040"/>
          <a:stretch>
            <a:fillRect/>
          </a:stretch>
        </p:blipFill>
        <p:spPr>
          <a:xfrm>
            <a:off x="5721286" y="1040349"/>
            <a:ext cx="3352801" cy="3319976"/>
          </a:xfrm>
          <a:prstGeom prst="rect">
            <a:avLst/>
          </a:prstGeom>
        </p:spPr>
      </p:pic>
      <p:pic>
        <p:nvPicPr>
          <p:cNvPr id="10" name="Imagen 9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2E09D7D9-0116-A5D1-A096-960F249034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62" r="23620" b="4040"/>
          <a:stretch>
            <a:fillRect/>
          </a:stretch>
        </p:blipFill>
        <p:spPr>
          <a:xfrm>
            <a:off x="9957794" y="1040349"/>
            <a:ext cx="3352801" cy="3319976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64450350-40CE-77DD-671A-AFFF5151FE42}"/>
              </a:ext>
            </a:extLst>
          </p:cNvPr>
          <p:cNvSpPr txBox="1"/>
          <p:nvPr/>
        </p:nvSpPr>
        <p:spPr>
          <a:xfrm>
            <a:off x="2478949" y="4287352"/>
            <a:ext cx="1758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endParaRPr lang="es-E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A3C253E-A87A-4A38-B8EB-6285EB57F642}"/>
              </a:ext>
            </a:extLst>
          </p:cNvPr>
          <p:cNvSpPr txBox="1"/>
          <p:nvPr/>
        </p:nvSpPr>
        <p:spPr>
          <a:xfrm rot="16200000">
            <a:off x="-12465" y="2172212"/>
            <a:ext cx="1758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endParaRPr lang="es-E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DF2A70C-7F32-9FAF-9FCF-D9BD5B0327B8}"/>
              </a:ext>
            </a:extLst>
          </p:cNvPr>
          <p:cNvSpPr txBox="1"/>
          <p:nvPr/>
        </p:nvSpPr>
        <p:spPr>
          <a:xfrm>
            <a:off x="10634213" y="4287352"/>
            <a:ext cx="3189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(+H</a:t>
            </a:r>
            <a:r>
              <a:rPr lang="es-E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O)</a:t>
            </a:r>
            <a:endParaRPr lang="es-E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1BC487E-5241-C3E3-4F83-6E993D67A836}"/>
              </a:ext>
            </a:extLst>
          </p:cNvPr>
          <p:cNvSpPr txBox="1"/>
          <p:nvPr/>
        </p:nvSpPr>
        <p:spPr>
          <a:xfrm>
            <a:off x="6331957" y="4287352"/>
            <a:ext cx="3189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(+H</a:t>
            </a:r>
            <a:r>
              <a:rPr lang="es-E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O)</a:t>
            </a:r>
            <a:endParaRPr lang="es-E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n 20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036F9CE0-1177-7C3F-D7F5-2CAB411542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467" r="1" b="71062"/>
          <a:stretch>
            <a:fillRect/>
          </a:stretch>
        </p:blipFill>
        <p:spPr>
          <a:xfrm>
            <a:off x="3084599" y="1026282"/>
            <a:ext cx="2289517" cy="1141417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77EE20EA-8CDE-079A-61BF-38DFE45B95CB}"/>
              </a:ext>
            </a:extLst>
          </p:cNvPr>
          <p:cNvSpPr txBox="1"/>
          <p:nvPr/>
        </p:nvSpPr>
        <p:spPr>
          <a:xfrm rot="16200000">
            <a:off x="3863790" y="1950435"/>
            <a:ext cx="3189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(+D</a:t>
            </a:r>
            <a:r>
              <a:rPr lang="es-E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O)</a:t>
            </a:r>
            <a:endParaRPr lang="es-E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6397D547-9D93-C0FB-E70B-A1E476AE35F3}"/>
              </a:ext>
            </a:extLst>
          </p:cNvPr>
          <p:cNvCxnSpPr>
            <a:cxnSpLocks/>
          </p:cNvCxnSpPr>
          <p:nvPr/>
        </p:nvCxnSpPr>
        <p:spPr>
          <a:xfrm flipV="1">
            <a:off x="9957793" y="1144452"/>
            <a:ext cx="676421" cy="3215875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5E66D1FD-088C-65A7-74CF-A0A03BF68517}"/>
              </a:ext>
            </a:extLst>
          </p:cNvPr>
          <p:cNvCxnSpPr>
            <a:cxnSpLocks/>
          </p:cNvCxnSpPr>
          <p:nvPr/>
        </p:nvCxnSpPr>
        <p:spPr>
          <a:xfrm flipV="1">
            <a:off x="9957793" y="3018138"/>
            <a:ext cx="415741" cy="1342186"/>
          </a:xfrm>
          <a:prstGeom prst="line">
            <a:avLst/>
          </a:prstGeom>
          <a:ln w="31750"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7ED5B548-A395-CAA5-456A-9907EC8D2C1A}"/>
              </a:ext>
            </a:extLst>
          </p:cNvPr>
          <p:cNvCxnSpPr>
            <a:cxnSpLocks/>
          </p:cNvCxnSpPr>
          <p:nvPr/>
        </p:nvCxnSpPr>
        <p:spPr>
          <a:xfrm flipV="1">
            <a:off x="9957791" y="1300796"/>
            <a:ext cx="2553194" cy="3059531"/>
          </a:xfrm>
          <a:prstGeom prst="line">
            <a:avLst/>
          </a:prstGeom>
          <a:ln w="31750"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1E32734A-F88D-F141-861E-3CA56275F2C2}"/>
              </a:ext>
            </a:extLst>
          </p:cNvPr>
          <p:cNvCxnSpPr>
            <a:cxnSpLocks/>
          </p:cNvCxnSpPr>
          <p:nvPr/>
        </p:nvCxnSpPr>
        <p:spPr>
          <a:xfrm flipV="1">
            <a:off x="9957794" y="1300796"/>
            <a:ext cx="2853117" cy="3033193"/>
          </a:xfrm>
          <a:prstGeom prst="line">
            <a:avLst/>
          </a:prstGeom>
          <a:ln w="31750"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BAAF78F8-3B90-30D2-7BC8-80494E1681E2}"/>
              </a:ext>
            </a:extLst>
          </p:cNvPr>
          <p:cNvCxnSpPr>
            <a:cxnSpLocks/>
          </p:cNvCxnSpPr>
          <p:nvPr/>
        </p:nvCxnSpPr>
        <p:spPr>
          <a:xfrm flipV="1">
            <a:off x="9957792" y="4107107"/>
            <a:ext cx="3131094" cy="226881"/>
          </a:xfrm>
          <a:prstGeom prst="line">
            <a:avLst/>
          </a:prstGeom>
          <a:ln w="31750"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05451AF9-FF9A-BA23-306E-3BA548E02B23}"/>
              </a:ext>
            </a:extLst>
          </p:cNvPr>
          <p:cNvCxnSpPr>
            <a:cxnSpLocks/>
          </p:cNvCxnSpPr>
          <p:nvPr/>
        </p:nvCxnSpPr>
        <p:spPr>
          <a:xfrm flipV="1">
            <a:off x="9957791" y="4259508"/>
            <a:ext cx="3283494" cy="74481"/>
          </a:xfrm>
          <a:prstGeom prst="line">
            <a:avLst/>
          </a:prstGeom>
          <a:ln w="31750"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115F8892-EDCC-05DD-4090-F753431DC306}"/>
              </a:ext>
            </a:extLst>
          </p:cNvPr>
          <p:cNvCxnSpPr>
            <a:cxnSpLocks/>
          </p:cNvCxnSpPr>
          <p:nvPr/>
        </p:nvCxnSpPr>
        <p:spPr>
          <a:xfrm flipV="1">
            <a:off x="9957794" y="1144452"/>
            <a:ext cx="44979" cy="3215875"/>
          </a:xfrm>
          <a:prstGeom prst="line">
            <a:avLst/>
          </a:prstGeom>
          <a:ln w="31750"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8886D027-7D8B-69BD-BA9C-1E99455CD045}"/>
              </a:ext>
            </a:extLst>
          </p:cNvPr>
          <p:cNvSpPr txBox="1"/>
          <p:nvPr/>
        </p:nvSpPr>
        <p:spPr>
          <a:xfrm>
            <a:off x="10779562" y="1048666"/>
            <a:ext cx="1487555" cy="3693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[SO</a:t>
            </a:r>
            <a:r>
              <a:rPr lang="es-ES" baseline="-25000" dirty="0"/>
              <a:t>2</a:t>
            </a:r>
            <a:r>
              <a:rPr lang="es-ES" dirty="0"/>
              <a:t>]</a:t>
            </a:r>
            <a:r>
              <a:rPr lang="es-ES" baseline="-25000" dirty="0"/>
              <a:t>m</a:t>
            </a:r>
            <a:r>
              <a:rPr lang="es-ES" dirty="0"/>
              <a:t>[D</a:t>
            </a:r>
            <a:r>
              <a:rPr lang="es-ES" baseline="-25000" dirty="0"/>
              <a:t>2</a:t>
            </a:r>
            <a:r>
              <a:rPr lang="es-ES" dirty="0"/>
              <a:t>O]</a:t>
            </a:r>
            <a:r>
              <a:rPr lang="es-ES" baseline="-25000" dirty="0"/>
              <a:t>n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1622FF26-79B2-837B-2E5B-CC85E875CFF6}"/>
              </a:ext>
            </a:extLst>
          </p:cNvPr>
          <p:cNvSpPr txBox="1"/>
          <p:nvPr/>
        </p:nvSpPr>
        <p:spPr>
          <a:xfrm>
            <a:off x="11675756" y="3581618"/>
            <a:ext cx="1565531" cy="3693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[SO</a:t>
            </a:r>
            <a:r>
              <a:rPr lang="es-ES" baseline="-25000" dirty="0"/>
              <a:t>2</a:t>
            </a:r>
            <a:r>
              <a:rPr lang="es-ES" dirty="0"/>
              <a:t>]</a:t>
            </a:r>
            <a:r>
              <a:rPr lang="es-ES" baseline="-25000" dirty="0"/>
              <a:t>m</a:t>
            </a:r>
            <a:r>
              <a:rPr lang="es-ES" dirty="0"/>
              <a:t>[H</a:t>
            </a:r>
            <a:r>
              <a:rPr lang="es-ES" baseline="-25000" dirty="0"/>
              <a:t>2</a:t>
            </a:r>
            <a:r>
              <a:rPr lang="es-ES" dirty="0"/>
              <a:t>O]</a:t>
            </a:r>
            <a:r>
              <a:rPr lang="es-ES" baseline="-25000" dirty="0"/>
              <a:t>n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D8BC33A3-FE92-6999-CC4F-3A5B62BCE7AD}"/>
              </a:ext>
            </a:extLst>
          </p:cNvPr>
          <p:cNvSpPr txBox="1"/>
          <p:nvPr/>
        </p:nvSpPr>
        <p:spPr>
          <a:xfrm>
            <a:off x="12409467" y="1865039"/>
            <a:ext cx="853878" cy="3693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[SO</a:t>
            </a:r>
            <a:r>
              <a:rPr lang="es-ES" baseline="-25000" dirty="0"/>
              <a:t>2</a:t>
            </a:r>
            <a:r>
              <a:rPr lang="es-ES" dirty="0"/>
              <a:t>]</a:t>
            </a:r>
            <a:r>
              <a:rPr lang="es-ES" baseline="-25000" dirty="0"/>
              <a:t>m</a:t>
            </a:r>
          </a:p>
        </p:txBody>
      </p:sp>
      <p:sp>
        <p:nvSpPr>
          <p:cNvPr id="55" name="Flecha derecha 54">
            <a:extLst>
              <a:ext uri="{FF2B5EF4-FFF2-40B4-BE49-F238E27FC236}">
                <a16:creationId xmlns:a16="http://schemas.microsoft.com/office/drawing/2014/main" id="{7512DC12-2A09-2DCE-2F02-98917984D7FA}"/>
              </a:ext>
            </a:extLst>
          </p:cNvPr>
          <p:cNvSpPr/>
          <p:nvPr/>
        </p:nvSpPr>
        <p:spPr>
          <a:xfrm>
            <a:off x="8656055" y="2784492"/>
            <a:ext cx="1092645" cy="233647"/>
          </a:xfrm>
          <a:prstGeom prst="rightArrow">
            <a:avLst>
              <a:gd name="adj1" fmla="val 38804"/>
              <a:gd name="adj2" fmla="val 6959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49293B83-6E58-0033-02A6-C0D25B47EFBA}"/>
              </a:ext>
            </a:extLst>
          </p:cNvPr>
          <p:cNvSpPr txBox="1"/>
          <p:nvPr/>
        </p:nvSpPr>
        <p:spPr>
          <a:xfrm>
            <a:off x="8811270" y="2131892"/>
            <a:ext cx="1092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ML</a:t>
            </a:r>
            <a:endParaRPr lang="es-ES" b="1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5F64F50B-07B1-295B-E4A8-017FAD6FA7DC}"/>
              </a:ext>
            </a:extLst>
          </p:cNvPr>
          <p:cNvSpPr txBox="1"/>
          <p:nvPr/>
        </p:nvSpPr>
        <p:spPr>
          <a:xfrm>
            <a:off x="3133671" y="1448610"/>
            <a:ext cx="133043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s-E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H</a:t>
            </a:r>
            <a:r>
              <a:rPr lang="es-E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es-E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C85EB022-9CBD-95A1-1499-277F2B885516}"/>
              </a:ext>
            </a:extLst>
          </p:cNvPr>
          <p:cNvSpPr txBox="1"/>
          <p:nvPr/>
        </p:nvSpPr>
        <p:spPr>
          <a:xfrm>
            <a:off x="3799824" y="1129575"/>
            <a:ext cx="64794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s-E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ECDC2D5D-BB2A-FFCC-E9BF-8EED1D3F3E4E}"/>
              </a:ext>
            </a:extLst>
          </p:cNvPr>
          <p:cNvSpPr txBox="1"/>
          <p:nvPr/>
        </p:nvSpPr>
        <p:spPr>
          <a:xfrm>
            <a:off x="3127389" y="1808155"/>
            <a:ext cx="133043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s-E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D</a:t>
            </a:r>
            <a:r>
              <a:rPr lang="es-E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es-E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" name="Imagen 60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2B4F6F5B-372B-6EDE-AEBB-F796634ADC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252" t="16987" r="476" b="74481"/>
          <a:stretch>
            <a:fillRect/>
          </a:stretch>
        </p:blipFill>
        <p:spPr>
          <a:xfrm>
            <a:off x="4430122" y="1865039"/>
            <a:ext cx="921151" cy="341226"/>
          </a:xfrm>
          <a:prstGeom prst="rect">
            <a:avLst/>
          </a:prstGeom>
        </p:spPr>
      </p:pic>
      <p:pic>
        <p:nvPicPr>
          <p:cNvPr id="62" name="Imagen 61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3EAD0FFF-D5F0-8342-49A8-2C8EBD3DD4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006" t="8750" r="3709" b="82599"/>
          <a:stretch>
            <a:fillRect/>
          </a:stretch>
        </p:blipFill>
        <p:spPr>
          <a:xfrm>
            <a:off x="4416920" y="1457459"/>
            <a:ext cx="751366" cy="34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0296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139</TotalTime>
  <Words>42</Words>
  <Application>Microsoft Macintosh PowerPoint</Application>
  <PresentationFormat>Personalizado</PresentationFormat>
  <Paragraphs>12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Yelamos de las Heras</dc:creator>
  <cp:lastModifiedBy>Daniel Yelamos de las Heras</cp:lastModifiedBy>
  <cp:revision>1</cp:revision>
  <dcterms:created xsi:type="dcterms:W3CDTF">2026-01-14T13:29:31Z</dcterms:created>
  <dcterms:modified xsi:type="dcterms:W3CDTF">2026-01-14T15:49:11Z</dcterms:modified>
</cp:coreProperties>
</file>